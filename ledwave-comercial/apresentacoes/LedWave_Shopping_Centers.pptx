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521cf80-485f-2e53-3067-0d6356e21ae1}">
          <p14:sldIdLst>
            <p14:sldId id="256"/>
            <p14:sldId id="257"/>
          </p14:sldIdLst>
        </p14:section>
        <p14:section name="O seu cenário" id="{78b9450b-2bd7-b3d2-e924-29aba3c52161}">
          <p14:sldIdLst>
            <p14:sldId id="258"/>
          </p14:sldIdLst>
        </p14:section>
        <p14:section name="LedWave" id="{1fdad004-d7a2-17b4-5eb7-35c4b4d18e11}">
          <p14:sldIdLst>
            <p14:sldId id="259"/>
            <p14:sldId id="260"/>
            <p14:sldId id="261"/>
            <p14:sldId id="262"/>
          </p14:sldIdLst>
        </p14:section>
        <p14:section name="Por que digitalizar" id="{a16911a8-f22b-c804-183b-8e22fa7704c6}">
          <p14:sldIdLst>
            <p14:sldId id="263"/>
            <p14:sldId id="264"/>
          </p14:sldIdLst>
        </p14:section>
        <p14:section name="Ganhos e solução" id="{51a9bd8f-8f91-9e32-bf98-385fa226791b}">
          <p14:sldIdLst>
            <p14:sldId id="265"/>
            <p14:sldId id="266"/>
            <p14:sldId id="267"/>
          </p14:sldIdLst>
        </p14:section>
        <p14:section name="Próximo passo" id="{f177627b-ca73-da95-072e-de3509457e9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Superintendente, Gerente de Marketing, Gerente Comercial / Mall &amp; 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"Qual o fluxo mensal, quais as datas mais fortes e como está a receita de mall media?"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Qual o fluxo mensal, quais as datas mais fortes e como está a receita de mall media?
Problema: O mall media atual é fácil de vender? O shopping tem um ponto de experiência que gera visita espontânea?
Implicação: Se o shopping não é destino, quanto da visita migra para o online ou para o concorrente? Quanto inventário de mídia fica sem venda?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Shopping Centers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"Shopping sem experiência é só um estacionamento com lojas."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Já temos TVs espalhadas pelo mall.
Resposta: TV comunica; LED de grande formato encanta. Escala, brilho e formato livre criam momentos que uma TV não cria, e é isso que vende mídia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experiência-âncora que gera fluxo e mídia premium ajudaria no próximo Natal?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Shopping Centers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Shopping Centers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Shopping sem experiência é só um estacionamento com lojas.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Qual foi a última coisa no seu shopping que fez alguém parar, tirar o celular do bolso e filmar?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shopping disputa visita com o e-commerce e precisa ser destino. O mall media tradicional é estático e difícil de vender.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Sem experiência, o shopping vira corredor de passagem; e o espaço de mídia que poderia faturar fica vazio.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Shopping Centers.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o shopping em palco: experiências que geram visita, fotos, redes sociais e receita de mídia.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 grandes capitais têm seus pontos de LED que viram cartão-postal. Uma tela anamórfica 3D na praça de eventos faz o shopping aparecer nas redes de milhares de pessoas, de graça.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Shopping sem experiência é só um estacionamento com lojas.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Mall media digital vendido para lojistas e marcas nacionais; ativações e eventos com patrocínio.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Experiências instagramáveis, datas comemorativas e eventos que aumentam fluxo e permanência.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Sinalização e wayfinding digitais, comunicação com lojistas e campanhas atualizadas em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praça de eventos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anamórfico/3D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Empenas e fachadas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</a:t>
            </a:r>
            <a:endParaRPr lang="en-US" sz="1500" dirty="0"/>
          </a:p>
        </p:txBody>
      </p:sp>
      <p:sp>
        <p:nvSpPr>
          <p:cNvPr id="16" name="Item 5 círculo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7" name="Item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5326380"/>
            <a:ext cx="228600" cy="228600"/>
          </a:xfrm>
          <a:prstGeom prst="rect">
            <a:avLst/>
          </a:prstGeom>
        </p:spPr>
      </p:pic>
      <p:sp>
        <p:nvSpPr>
          <p:cNvPr id="18" name="Solução 5"/>
          <p:cNvSpPr txBox="1"/>
          <p:nvPr/>
        </p:nvSpPr>
        <p:spPr>
          <a:xfrm>
            <a:off x="118872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Mall media em rede</a:t>
            </a:r>
            <a:endParaRPr lang="en-US" sz="1500" dirty="0"/>
          </a:p>
        </p:txBody>
      </p:sp>
      <p:sp>
        <p:nvSpPr>
          <p:cNvPr id="19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20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21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Fluxo de visitantes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Permanência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mall media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Menções nas redes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Shopping sem experiência é só um estacionamento com lojas.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criar o ponto do seu shopping que todo mundo quer filmar?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Proposta de experiência-âncora para a próxima data forte (Natal, Dia das Mães) + plano de mall media.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Shopping Centers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