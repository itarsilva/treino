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82f5d50-f6d4-a467-bf30-c17c65d3a773}">
          <p14:sldIdLst>
            <p14:sldId id="256"/>
            <p14:sldId id="257"/>
          </p14:sldIdLst>
        </p14:section>
        <p14:section name="O seu cenário" id="{06c076eb-7653-f779-0da1-91ca630a43a0}">
          <p14:sldIdLst>
            <p14:sldId id="258"/>
          </p14:sldIdLst>
        </p14:section>
        <p14:section name="LedWave" id="{bfc3d112-5b11-b838-7beb-8c7fa89bf271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dc2535ef-c6d5-7c58-c49d-531f456c00b7}">
          <p14:sldIdLst>
            <p14:sldId id="264"/>
            <p14:sldId id="265"/>
          </p14:sldIdLst>
        </p14:section>
        <p14:section name="Ganhos e solução" id="{caa9f3a7-c10e-ec17-aee8-d5da51dcb9bf}">
          <p14:sldIdLst>
            <p14:sldId id="266"/>
            <p14:sldId id="267"/>
            <p14:sldId id="268"/>
          </p14:sldIdLst>
        </p14:section>
        <p14:section name="Próximo passo" id="{1772c51f-b167-6173-10d5-54d06a9cf6a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Superintendente, Gerente de Marketing, Gerente Comercial / Mall &amp; 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"Qual o fluxo mensal, quais as datas mais fortes e como está a receita de mall media?"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Qual o fluxo mensal, quais as datas mais fortes e como está a receita de mall media?
Problema: O mall media atual é fácil de vender? O shopping tem um ponto de experiência que gera visita espontânea?
Implicação: Se o shopping não é destino, quanto da visita migra para o online ou para o concorrente? Quanto inventário de mídia fica sem venda?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Shopping Centers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(Experiência, Entretenimento, Mídia)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Sem case mapeado do segmento: escolha o cliente com o propósito de compra mais parecido.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Experiência, Entretenimento, Mídia.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"Shopping sem experiência é só um estacionamento com lojas."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Já temos TVs espalhadas pelo mall.
Resposta: TV comunica; LED de grande formato encanta. Escala, brilho e formato livre criam momentos que uma TV não cria, e é isso que vende mídia premium.
Objeção (comercial): Aprovação por financeiro
Resposta: Preparo um resumo de uma página com investimento, retorno e prazo, e apresento junto com você para o financeiro.
Objeção (comercial): Concorrência
Resposta: Compare fábrica, estoque, equipe técnica, garantia e cases. O mais barato que apaga custa mais caro.
Objeção (comercial): Percepção de valor
Resposta: O valor não está na tela, está no que ela gera: receita de mídia, economia de impressos, fluxo e marca. Vamos colocar esses números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Uma experiência-âncora que gera fluxo e mídia premium ajudaria no próximo Natal?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Shopping Centers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Shopping Centers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Shopping sem experiência é só um estacionamento com lojas.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Qual foi a última coisa no seu shopping que fez alguém parar, tirar o celular do bolso e filmar?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shopping disputa visita com o e-commerce e precisa ser destino. O mall media tradicional é estático e difícil de vender.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Sem experiência, o shopping vira corredor de passagem; e o espaço de mídia que poderia faturar fica vazio.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Transformar o shopping em palco: experiências que geram visita, fotos, redes sociais e receita de mídia.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Experiência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Entretenimento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Mídia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 grandes capitais têm seus pontos de LED que viram cartão-postal. Uma tela anamórfica 3D na praça de eventos faz o shopping aparecer nas redes de milhares de pessoas, de graça.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Shopping sem experiência é só um estacionamento com lojas.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Mall media digital vendido para lojistas e marcas nacionais; ativações e eventos com patrocínio.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Experiências instagramáveis, datas comemorativas e eventos que aumentam fluxo e permanência.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Sinalização e wayfinding digitais, comunicação com lojistas e campanhas atualizadas em minutos.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de praça de eventos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anamórfico/3D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Empenas e fachadas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Totens</a:t>
            </a:r>
            <a:endParaRPr lang="en-US" sz="1500" dirty="0"/>
          </a:p>
        </p:txBody>
      </p:sp>
      <p:sp>
        <p:nvSpPr>
          <p:cNvPr id="16" name="Item 5 círculo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7" name="Item 5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5326380"/>
            <a:ext cx="228600" cy="228600"/>
          </a:xfrm>
          <a:prstGeom prst="rect">
            <a:avLst/>
          </a:prstGeom>
        </p:spPr>
      </p:pic>
      <p:sp>
        <p:nvSpPr>
          <p:cNvPr id="18" name="Solução 5"/>
          <p:cNvSpPr txBox="1"/>
          <p:nvPr/>
        </p:nvSpPr>
        <p:spPr>
          <a:xfrm>
            <a:off x="1188720" y="5166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Mall media em rede</a:t>
            </a:r>
            <a:endParaRPr lang="en-US" sz="1500" dirty="0"/>
          </a:p>
        </p:txBody>
      </p:sp>
      <p:sp>
        <p:nvSpPr>
          <p:cNvPr id="19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20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21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Fluxo de visitantes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Permanência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Receita de mall media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Menções nas redes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Shopping sem experiência é só um estacionamento com lojas.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criar o ponto do seu shopping que todo mundo quer filmar?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Proposta de experiência-âncora para a próxima data forte (Natal, Dia das Mães) + plano de mall media.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Shopping Centers</dc:title>
  <dc:subject>PptxGenJS Presentation</dc:subject>
  <dc:creator>LedWave</dc:creator>
  <cp:lastModifiedBy>LedWave</cp:lastModifiedBy>
  <cp:revision>1</cp:revision>
  <dcterms:created xsi:type="dcterms:W3CDTF">2026-10-19T17:15:11Z</dcterms:created>
  <dcterms:modified xsi:type="dcterms:W3CDTF">2026-10-19T17:15:11Z</dcterms:modified>
</cp:coreProperties>
</file>