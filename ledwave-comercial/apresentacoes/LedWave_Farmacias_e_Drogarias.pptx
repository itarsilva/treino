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35a71aa-f2f3-87a9-ad54-a91f568bff53}">
          <p14:sldIdLst>
            <p14:sldId id="256"/>
            <p14:sldId id="257"/>
          </p14:sldIdLst>
        </p14:section>
        <p14:section name="O seu cenário" id="{4ecd0de4-791f-082d-a270-f77912596df1}">
          <p14:sldIdLst>
            <p14:sldId id="258"/>
          </p14:sldIdLst>
        </p14:section>
        <p14:section name="LedWave" id="{afecb9e0-76e9-0b2a-d535-8ec40aed951a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3f325b70-03d4-53ac-7882-02f5e8fb464e}">
          <p14:sldIdLst>
            <p14:sldId id="264"/>
            <p14:sldId id="265"/>
          </p14:sldIdLst>
        </p14:section>
        <p14:section name="Ganhos e solução" id="{f28de0f9-9d9a-58d2-525e-649666a572bf}">
          <p14:sldIdLst>
            <p14:sldId id="266"/>
            <p14:sldId id="267"/>
            <p14:sldId id="268"/>
          </p14:sldIdLst>
        </p14:section>
        <p14:section name="Próximo passo" id="{446c2ec1-65db-dd22-9079-bb0ec54ccbd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Diretor de Marketing, Diretor de Expansão, Dono da rede,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lojas, e quantas abrem por ano? Como funciona a parceria com a indústria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lojas, e quantas abrem por ano? Como funciona a parceria com a indústria hoje?
Problema: Como vocês se diferenciam das farmácias concorrentes na mesma rua? Campanhas sazonais chegam a tempo em todas as lojas?
Implicação: Se o cliente escolhe a farmácia mais visível, quanto fluxo vocês perdem por ter fachada igual às outras? E quanto a indústria investiria se tivesse onde?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Farmácias e Drogarias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(Retail media, Trade, Branding)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Retail media, Trade, Branding.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"Farmácia que se vê de longe vende antes do preço."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A fachada da farmácia tem regras de padronização da rede/franquia.
Resposta: Trabalhamos com o manual da marca: o painel vira parte da identidade, não uma exceção a ela. Levamos a proposta pronta para aprovação do franqueador.
Objeção (comercial): Política comercial
Resposta: Explique as condições com transparência e leve a proposta já dentro da alçada aprovada, com alternativas.
Objeção (comercial): Gestão de conteúdo
Resposta: Você não fica sozinho: entregamos o software, o treinamento e, se quiser, a produção e a programação do conteúdo.
Objeção (comercial): Percepção de valor
Resposta: O valor não está na tela, está no que ela gera: receita de mídia, economia de impressos, fluxo e marca. Vamos colocar esses números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Uma rede de telas que se paga com a indústria e destaca a sua fachada ajudaria na meta deste ano?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743200" cy="939769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3904488" cy="4572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94560" cy="751815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5943600"/>
            <a:ext cx="2322576" cy="548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645920" cy="563862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97880"/>
            <a:ext cx="2514600" cy="594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960120" cy="3289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Farmácias e Drogarias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Farmácias e Drogarias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Farmácia que se vê de longe vende antes do preço.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7360920" y="4160520"/>
            <a:ext cx="1645920" cy="164592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Na sua rua existem quantas farmácias? O que faz o cliente escolher a sua antes de ver o preço?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Fachadas parecidas, guerra de preço e um corredor cheio de marcas disputando atenção. A indústria farmacêutica e de dermocosméticos quer visibilidade, mas o espaço é pequeno.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farmácia da esquina igual a todas as outras perde a decisão de entrada para a que se destaca, e deixa de monetizar o espaço com a indústria.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2F3F7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Fazer da farmácia um ponto de saúde e bem-estar que se vê de longe e informa de perto, com mídia paga pela indústria.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Retail media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Trade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Cruz verde iluminada foi a primeira tela da farmácia. O painel de LED é a evolução natural dessa cruz: além de dizer 'estou aqui', diz 'tenho o que você precisa hoje'.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Farmácia que se vê de longe vende antes do preço.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Monetização com a indústria (dermocosméticos, OTC, higiene) em telas internas; campanhas sazonais (gripe, verão, Dia das Mães) entram no ar na hora.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Fachada que se destaca na rua, conteúdo de saúde e prevenção que gera confiança, fila mais leve com conteúdo útil.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Padronização da comunicação em todas as lojas da rede a partir de um único painel de controle.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fachada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de vitrine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Telas atrás do balcão e na área de dermocosméticos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Rede de retail media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mídia com a indústria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Vendas de categorias anunciadas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Fluxo de entrada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Tempo de rollout de campanha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Farmácia que se vê de longe vende antes do preço.</a:t>
            </a:r>
            <a:endParaRPr lang="en-US" sz="3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cruz verde chamou o cliente por décadas. Agora é hora de ela conversar com ele.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Simulação de fachada digital com a identidade da rede + proposta de piloto em uma loja âncora.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3D3D3D"/>
      </a:dk1>
      <a:lt1>
        <a:srgbClr val="FFFFFF"/>
      </a:lt1>
      <a:dk2>
        <a:srgbClr val="5F5F5F"/>
      </a:dk2>
      <a:lt2>
        <a:srgbClr val="F2F3F7"/>
      </a:lt2>
      <a:accent1>
        <a:srgbClr val="E011FF"/>
      </a:accent1>
      <a:accent2>
        <a:srgbClr val="12D9FF"/>
      </a:accent2>
      <a:accent3>
        <a:srgbClr val="658DFF"/>
      </a:accent3>
      <a:accent4>
        <a:srgbClr val="8A5CF6"/>
      </a:accent4>
      <a:accent5>
        <a:srgbClr val="3EB1FE"/>
      </a:accent5>
      <a:accent6>
        <a:srgbClr val="7A7A7A"/>
      </a:accent6>
      <a:hlink>
        <a:srgbClr val="658DFF"/>
      </a:hlink>
      <a:folHlink>
        <a:srgbClr val="8A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Farmácias e Drogarias</dc:title>
  <dc:subject>PptxGenJS Presentation</dc:subject>
  <dc:creator>LedWave</dc:creator>
  <cp:lastModifiedBy>LedWave</cp:lastModifiedBy>
  <cp:revision>1</cp:revision>
  <dcterms:created xsi:type="dcterms:W3CDTF">2026-10-19T18:43:12Z</dcterms:created>
  <dcterms:modified xsi:type="dcterms:W3CDTF">2026-10-19T18:43:12Z</dcterms:modified>
</cp:coreProperties>
</file>