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1ed1b0b-59c4-1a33-9aa6-ea9182cd6f43}">
          <p14:sldIdLst>
            <p14:sldId id="256"/>
            <p14:sldId id="257"/>
          </p14:sldIdLst>
        </p14:section>
        <p14:section name="O seu cenário" id="{bc8099e1-3abc-825e-ef83-3952a44220d0}">
          <p14:sldIdLst>
            <p14:sldId id="258"/>
          </p14:sldIdLst>
        </p14:section>
        <p14:section name="LedWave" id="{4624d679-e083-e9e4-8dad-2c9af42705ab}">
          <p14:sldIdLst>
            <p14:sldId id="259"/>
            <p14:sldId id="260"/>
            <p14:sldId id="261"/>
            <p14:sldId id="262"/>
          </p14:sldIdLst>
        </p14:section>
        <p14:section name="Por que digitalizar" id="{6652f95d-e375-24fe-a071-3585c39d41d2}">
          <p14:sldIdLst>
            <p14:sldId id="263"/>
            <p14:sldId id="264"/>
          </p14:sldIdLst>
        </p14:section>
        <p14:section name="Ganhos e solução" id="{6cf6b132-2d64-b0d3-b2a8-1ee345c30352}">
          <p14:sldIdLst>
            <p14:sldId id="265"/>
            <p14:sldId id="266"/>
            <p14:sldId id="267"/>
          </p14:sldIdLst>
        </p14:section>
        <p14:section name="Próximo passo" id="{bf220758-1819-e9c6-5e28-e4a28d8457c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Diretor de Marketing, Diretor de Expansão, Dono da rede,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lojas, e quantas abrem por ano? Como funciona a parceria com a indústria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lojas, e quantas abrem por ano? Como funciona a parceria com a indústria hoje?
Problema: Como vocês se diferenciam das farmácias concorrentes na mesma rua? Campanhas sazonais chegam a tempo em todas as lojas?
Implicação: Se o cliente escolhe a farmácia mais visível, quanto fluxo vocês perdem por ter fachada igual às outras? E quanto a indústria investiria se tivesse onde?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Farmácias e Drogarias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"Farmácia que se vê de longe vende antes do preço."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A fachada da farmácia tem regras de padronização da rede/franquia.
Resposta: Trabalhamos com o manual da marca: o painel vira parte da identidade, não uma exceção a ela. Levamos a proposta pronta para aprovação do franqueador.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Uma rede de telas que se paga com a indústria e destaca a sua fachada ajudaria na meta deste ano?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Farmácias e Drogarias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Farmácias e Drogarias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Farmácia que se vê de longe vende antes do preço.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Na sua rua existem quantas farmácias? O que faz o cliente escolher a sua antes de ver o preço?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Fachadas parecidas, guerra de preço e um corredor cheio de marcas disputando atenção. A indústria farmacêutica e de dermocosméticos quer visibilidade, mas o espaço é pequeno.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farmácia da esquina igual a todas as outras perde a decisão de entrada para a que se destaca, e deixa de monetizar o espaço com a indústria.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Farmácias e Drogarias.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Fazer da farmácia um ponto de saúde e bem-estar que se vê de longe e informa de perto, com mídia paga pela indústria.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Cruz verde iluminada foi a primeira tela da farmácia. O painel de LED é a evolução natural dessa cruz: além de dizer 'estou aqui', diz 'tenho o que você precisa hoje'.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Farmácia que se vê de longe vende antes do preço.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Monetização com a indústria (dermocosméticos, OTC, higiene) em telas internas; campanhas sazonais (gripe, verão, Dia das Mães) entram no ar na hora.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Fachada que se destaca na rua, conteúdo de saúde e prevenção que gera confiança, fila mais leve com conteúdo útil.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Padronização da comunicação em todas as lojas da rede a partir de um único painel de controle.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fachada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de vitrine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Telas atrás do balcão e na área de dermocosméticos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Rede de retail media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mídia com a indústria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Vendas de categorias anunciadas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Fluxo de entrada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Tempo de rollout de campanha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Farmácia que se vê de longe vende antes do preço.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A cruz verde chamou o cliente por décadas. Agora é hora de ela conversar com ele.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Simulação de fachada digital com a identidade da rede + proposta de piloto em uma loja âncora.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Farmácias e Drogarias</dc:title>
  <dc:subject>PptxGenJS Presentation</dc:subject>
  <dc:creator>LedWave</dc:creator>
  <cp:lastModifiedBy>LedWave</cp:lastModifiedBy>
  <cp:revision>1</cp:revision>
  <dcterms:created xsi:type="dcterms:W3CDTF">2026-10-19T15:30:33Z</dcterms:created>
  <dcterms:modified xsi:type="dcterms:W3CDTF">2026-10-19T15:30:33Z</dcterms:modified>
</cp:coreProperties>
</file>