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da8b77f-e108-0f2d-b0b4-f6dcf8e210f1}">
          <p14:sldIdLst>
            <p14:sldId id="256"/>
            <p14:sldId id="257"/>
          </p14:sldIdLst>
        </p14:section>
        <p14:section name="O seu cenário" id="{df1c50ab-1d4b-919f-c79e-6cbc4dcc1f18}">
          <p14:sldIdLst>
            <p14:sldId id="258"/>
          </p14:sldIdLst>
        </p14:section>
        <p14:section name="LedWave" id="{dcaf9ebd-d342-c831-f4ba-c86c20a0ed2f}">
          <p14:sldIdLst>
            <p14:sldId id="259"/>
            <p14:sldId id="260"/>
            <p14:sldId id="261"/>
            <p14:sldId id="262"/>
          </p14:sldIdLst>
        </p14:section>
        <p14:section name="Por que digitalizar" id="{f015db2d-aec1-81f8-985a-a608cb94ec0e}">
          <p14:sldIdLst>
            <p14:sldId id="263"/>
            <p14:sldId id="264"/>
          </p14:sldIdLst>
        </p14:section>
        <p14:section name="Ganhos e solução" id="{445f4b5c-a725-5bcb-ce50-e9c0a4934127}">
          <p14:sldIdLst>
            <p14:sldId id="265"/>
            <p14:sldId id="266"/>
            <p14:sldId id="267"/>
          </p14:sldIdLst>
        </p14:section>
        <p14:section name="Próximo passo" id="{ec9804dc-101c-7ae5-99ee-ba65070a430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Franqueador (CEO, Diretor de Expansão, Marketing), franqueados master.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unidades, quantas aberturas previstas, qual o kit de abertura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unidades, quantas aberturas previstas, qual o kit de abertura hoje?
Problema: Quanto tempo leva para uma campanha nacional chegar a todas as lojas? Os franqueados aplicam o material corretamente?
Implicação: Qual o custo de uma campanha impressa multiplicado pelo número de lojas? O que a inconsistência faz com o valor da marca?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Franquias e Redes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"Uma marca, mil lojas, um clique."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 franqueado não vai querer pagar.
Resposta: Mostramos ao franqueado a conta: economia de impressos + venda adicional. E temos modelos de financiamento e de kit de abertura que diluem o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uma campanha chegasse a todas as lojas em um clique, padronizada, quanto isso valeria para a rede e para o franqueado?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Franquias e Redes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Franquias e Redes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Uma marca, mil lojas, um clique.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 hoje você lança uma campanha nacional às 9h, a que horas ela está na última loja da rede?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Garantir que a marca seja a mesma em 50, 200, 1.000 lojas. Campanhas chegam atrasadas, impressos são aplicados errado, cada franqueado faz de um jeito.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Marca inconsistente perde valor e o franqueado perde venda; cada campanha impressa é custo multiplicado pelo número de lojas.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Franquias e Redes.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Dar ao franqueador o controle da marca em todas as lojas e ao franqueado uma loja que vende mais.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Rede com campanha de Dia dos Pais: com impresso, chega em semanas e cada loja aplica de um jeito; com LED em rede, um clique na central e todas as lojas do Brasil estão iguais no mesmo minuto.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Uma marca, mil lojas, um clique.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Campanhas no tempo certo vendem mais; padronização aumenta o ticket e a percepção de valor da marca.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Experiência idêntica em qualquer cidade, fator de atração para novos franqueados.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centralizada de conteúdo, kit padrão de tela para novas unidades, fim da logística de impressos.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Kit de LED padrão por formato de loja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Menu boards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Vitrine digital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de conteúdo em rede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Tempo de rollout de campanha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Aderência ao padrão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por loja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Custo de comunicação por unidade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Uma marca, mil lojas, um clique.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colocar o padrão LedWave no seu kit de abertura de loja?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Projeto de kit padrão para o modelo de loja do cliente + piloto em lojas próprias.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Franquias e Redes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