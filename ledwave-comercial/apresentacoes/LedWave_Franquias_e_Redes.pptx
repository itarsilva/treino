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6f2c9d3-ff9d-e74f-f671-7909ad43fca3}">
          <p14:sldIdLst>
            <p14:sldId id="256"/>
            <p14:sldId id="257"/>
          </p14:sldIdLst>
        </p14:section>
        <p14:section name="O seu cenário" id="{f0202884-79b1-9c5f-bad1-0dfd6a2c6de1}">
          <p14:sldIdLst>
            <p14:sldId id="258"/>
          </p14:sldIdLst>
        </p14:section>
        <p14:section name="LedWave" id="{94ed96a5-d5e4-29bf-06d7-c729b8eebe34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d1453a44-6d4d-da68-8c91-6e2817d90c98}">
          <p14:sldIdLst>
            <p14:sldId id="264"/>
            <p14:sldId id="265"/>
          </p14:sldIdLst>
        </p14:section>
        <p14:section name="Ganhos e solução" id="{6483ecfd-6239-6f40-65d2-6c4e57357e7d}">
          <p14:sldIdLst>
            <p14:sldId id="266"/>
            <p14:sldId id="267"/>
            <p14:sldId id="268"/>
          </p14:sldIdLst>
        </p14:section>
        <p14:section name="Próximo passo" id="{1ffc6c2b-12be-babb-0dd1-d9f195078a8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Franqueador (CEO, Diretor de Expansão, Marketing), franqueados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unidades, quantas aberturas previstas, qual o kit de abertura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unidades, quantas aberturas previstas, qual o kit de abertura hoje?
Problema: Quanto tempo leva para uma campanha nacional chegar a todas as lojas? Os franqueados aplicam o material corretamente?
Implicação: Qual o custo de uma campanha impressa multiplicado pelo número de lojas? O que a inconsistência faz com o valor da marca?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Franquias e Redes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(Branding, Eficiência operacional, Trade)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Branding, Eficiência operacional, Trade.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"Uma marca, mil lojas, um clique."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O franqueado não vai querer pagar.
Resposta: Mostramos ao franqueado a conta: economia de impressos + venda adicional. E temos modelos de financiamento e de kit de abertura que diluem o investimento.
Objeção (comercial): Forma de pagamento
Resposta: Temos opções: à vista, parcelado, financiamento e locação. Montamos a que cabe no seu fluxo de caixa.
Objeção (comercial): Crédito
Resposta: Trabalhamos com parceiros de financiamento e com locação, que exige menos crédito do que a compra.
Objeção (comercial): Gestão de conteúdo
Resposta: Você não fica sozinho: entregamos o software, o treinamento e, se quiser, a produção e a programação do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uma campanha chegasse a todas as lojas em um clique, padronizada, quanto isso valeria para a rede e para o franqueado?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743200" cy="939769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3904488" cy="4572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94560" cy="751815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5943600"/>
            <a:ext cx="2322576" cy="548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645920" cy="563862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97880"/>
            <a:ext cx="2514600" cy="594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960120" cy="3289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Franquias e Redes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Franquias e Redes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Uma marca, mil lojas, um clique.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7360920" y="4160520"/>
            <a:ext cx="1645920" cy="164592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 hoje você lança uma campanha nacional às 9h, a que horas ela está na última loja da rede?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Garantir que a marca seja a mesma em 50, 200, 1.000 lojas. Campanhas chegam atrasadas, impressos são aplicados errado, cada franqueado faz de um jeito.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Marca inconsistente perde valor e o franqueado perde venda; cada campanha impressa é custo multiplicado pelo número de lojas.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2F3F7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Dar ao franqueador o controle da marca em todas as lojas e ao franqueado uma loja que vende mais.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Eficiência operacional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Rede com campanha de Dia dos Pais: com impresso, chega em semanas e cada loja aplica de um jeito; com LED em rede, um clique na central e todas as lojas do Brasil estão iguais no mesmo minuto.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Uma marca, mil lojas, um clique.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Campanhas no tempo certo vendem mais; padronização aumenta o ticket e a percepção de valor da marca.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Experiência idêntica em qualquer cidade, fator de atração para novos franqueados.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centralizada de conteúdo, kit padrão de tela para novas unidades, fim da logística de impressos.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Kit de LED padrão por formato de loja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Menu boards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Vitrine digital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de conteúdo em rede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Tempo de rollout de campanha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Aderência ao padrão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Vendas por loja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Custo de comunicação por unidade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Uma marca, mil lojas, um clique.</a:t>
            </a:r>
            <a:endParaRPr lang="en-US" sz="3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Vamos colocar o padrão LedWave no seu kit de abertura de loja?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Projeto de kit padrão para o modelo de loja do cliente + piloto em lojas próprias.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3D3D3D"/>
      </a:dk1>
      <a:lt1>
        <a:srgbClr val="FFFFFF"/>
      </a:lt1>
      <a:dk2>
        <a:srgbClr val="5F5F5F"/>
      </a:dk2>
      <a:lt2>
        <a:srgbClr val="F2F3F7"/>
      </a:lt2>
      <a:accent1>
        <a:srgbClr val="E011FF"/>
      </a:accent1>
      <a:accent2>
        <a:srgbClr val="12D9FF"/>
      </a:accent2>
      <a:accent3>
        <a:srgbClr val="658DFF"/>
      </a:accent3>
      <a:accent4>
        <a:srgbClr val="8A5CF6"/>
      </a:accent4>
      <a:accent5>
        <a:srgbClr val="3EB1FE"/>
      </a:accent5>
      <a:accent6>
        <a:srgbClr val="7A7A7A"/>
      </a:accent6>
      <a:hlink>
        <a:srgbClr val="658DFF"/>
      </a:hlink>
      <a:folHlink>
        <a:srgbClr val="8A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Franquias e Redes</dc:title>
  <dc:subject>PptxGenJS Presentation</dc:subject>
  <dc:creator>LedWave</dc:creator>
  <cp:lastModifiedBy>LedWave</cp:lastModifiedBy>
  <cp:revision>1</cp:revision>
  <dcterms:created xsi:type="dcterms:W3CDTF">2026-10-19T18:43:12Z</dcterms:created>
  <dcterms:modified xsi:type="dcterms:W3CDTF">2026-10-19T18:43:12Z</dcterms:modified>
</cp:coreProperties>
</file>