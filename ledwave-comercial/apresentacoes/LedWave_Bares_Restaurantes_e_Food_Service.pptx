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1fb537fa-14db-3424-4d1b-80557170d47f}">
          <p14:sldIdLst>
            <p14:sldId id="256"/>
            <p14:sldId id="257"/>
          </p14:sldIdLst>
        </p14:section>
        <p14:section name="O seu cenário" id="{37b3b9af-1197-e741-4f0f-cd2c4a1a8bbb}">
          <p14:sldIdLst>
            <p14:sldId id="258"/>
          </p14:sldIdLst>
        </p14:section>
        <p14:section name="LedWave" id="{d18251eb-27df-b7e1-a5ed-672a8b719433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f043e1ea-1c73-6ca6-e8ca-6163b9584923}">
          <p14:sldIdLst>
            <p14:sldId id="264"/>
            <p14:sldId id="265"/>
          </p14:sldIdLst>
        </p14:section>
        <p14:section name="Ganhos e solução" id="{c287215c-3a8a-5646-90f1-3e4980737d71}">
          <p14:sldIdLst>
            <p14:sldId id="266"/>
            <p14:sldId id="267"/>
            <p14:sldId id="268"/>
          </p14:sldIdLst>
        </p14:section>
        <p14:section name="Próximo passo" id="{847534d0-1e22-b29d-66c2-f5780f8dd4b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Proprietário, sócio-operador, Diretor de Marketing de rede de alimentação.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"Quantas casas, quais turnos, transmitem jogos/eventos? Como é o cardápio hoje?"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Quantas casas, quais turnos, transmitem jogos/eventos? Como é o cardápio hoje?
Problema: Quantas vezes por ano reimprimem o cardápio? Os pratos de maior margem estão em destaque?
Implicação: Quanto deixam de ganhar quando o cliente pede o item de menor margem por falta de destaque? Quanto custam as reimpressões?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Bares, Restaurantes e Food Service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(Entretenimento, Experiência, Eficiência operacional)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Sem case mapeado do segmento: escolha o cliente com o propósito de compra mais parecido.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Entretenimento, Experiência, Eficiência operacional.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"Prato que não é visto não é pedido."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Meu restaurante é pequeno para isso.
Resposta: O painel é dimensionado para o seu espaço. Começamos pelo menu board ou pela fachada, onde o retorno é mais rápido.
Objeção (comercial): Preço
Resposta: Vamos comparar o custo total: impressos, locações e vendas perdidas de um ano contra o investimento no painel, que fica com você por muitos anos.
Objeção (comercial): Fobia digital
Resposta: Atualizar a tela é tão simples quanto postar no Instagram. Treinamos a sua equipe, e a LedWave pode cuidar do conteúdo para você.
Objeção (comercial): Momento financeiro
Resposta: Podemos começar por um piloto ou pela locação, que vira despesa mensal em vez de investimento, e crescer por fases.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Se o cardápio mudasse sozinho por turno e destacasse o que dá mais lucro, quanto isso mudaria no ticket médio?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2B1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85"/>
                </a:solidFill>
              </a:rPr>
              <a:t>LedWave  ·  Bares, Restaurantes e Food Service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Bares, Restaurantes e Food Service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Prato que não é visto não é pedido.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8412480" y="1737360"/>
            <a:ext cx="3017520" cy="301752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6860" y="2491740"/>
            <a:ext cx="15087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Qual é o prato com a melhor margem da sua casa? E ele é o que mais aparece para o cliente?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Cardápio impresso desatualizado, preços que mudam com o custo dos insumos e pouca visibilidade dos pratos de maior margem.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Cada reimpressão de cardápio é custo; cada cliente que pede o prato de menor margem por falta de destaque é lucro perdido.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3F0FA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85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Nordestão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5" name="Marca Rosewood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Rosewood</a:t>
            </a:r>
            <a:endParaRPr lang="en-US" sz="2200" dirty="0"/>
          </a:p>
        </p:txBody>
      </p:sp>
      <p:sp>
        <p:nvSpPr>
          <p:cNvPr id="7" name="Marca Beto Carrero World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9" name="Marca Museu do Amanhã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11" name="Marca Animalia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Animalia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385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Fazer o cardápio vender: mostrar o prato certo, na hora certa, com a cara de dar água na boca.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Entretenimento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Experiência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Eficiência operacional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Happy hour: às 17h o menu board muda sozinho para chopp e petiscos; no almoço, o executivo; à noite, o prato assinatura em vídeo. O cardápio trabalha por turno.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Prato que não é visto não é pedido.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Destaque dos itens de maior margem, combos e upsell; transmissão de jogos e eventos que enchem a casa.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Ambiente moderno e instagramável; fachada que chama de longe.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Preço atualizado em minutos, sem reimpressão; programação automática por horário.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Menu boards em LED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Painel de fachada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Telão para jogos e eventos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decorativos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Ticket médio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Vendas dos itens destacados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Economia com impressão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Ocupação em dias de evento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Prato que não é visto não é pedido.</a:t>
            </a:r>
            <a:endParaRPr lang="en-US" sz="3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Vamos colocar o seu cardápio para vender sozinho?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accent1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Simulação do menu board com o cardápio real do cliente.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140C2E"/>
      </a:dk1>
      <a:lt1>
        <a:srgbClr val="FFFFFF"/>
      </a:lt1>
      <a:dk2>
        <a:srgbClr val="2B1A63"/>
      </a:dk2>
      <a:lt2>
        <a:srgbClr val="F3F0FA"/>
      </a:lt2>
      <a:accent1>
        <a:srgbClr val="E0218A"/>
      </a:accent1>
      <a:accent2>
        <a:srgbClr val="4F6BFF"/>
      </a:accent2>
      <a:accent3>
        <a:srgbClr val="8B5CF6"/>
      </a:accent3>
      <a:accent4>
        <a:srgbClr val="22C3A6"/>
      </a:accent4>
      <a:accent5>
        <a:srgbClr val="FFB020"/>
      </a:accent5>
      <a:accent6>
        <a:srgbClr val="6B6385"/>
      </a:accent6>
      <a:hlink>
        <a:srgbClr val="4F6BFF"/>
      </a:hlink>
      <a:folHlink>
        <a:srgbClr val="8B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Bares, Restaurantes e Food Service</dc:title>
  <dc:subject>PptxGenJS Presentation</dc:subject>
  <dc:creator>LedWave</dc:creator>
  <cp:lastModifiedBy>LedWave</cp:lastModifiedBy>
  <cp:revision>1</cp:revision>
  <dcterms:created xsi:type="dcterms:W3CDTF">2026-10-19T17:15:11Z</dcterms:created>
  <dcterms:modified xsi:type="dcterms:W3CDTF">2026-10-19T17:15:11Z</dcterms:modified>
</cp:coreProperties>
</file>