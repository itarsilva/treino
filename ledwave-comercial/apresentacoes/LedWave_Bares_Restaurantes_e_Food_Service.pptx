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d61bdbd-383a-2209-359b-9c2f048061ea}">
          <p14:sldIdLst>
            <p14:sldId id="256"/>
            <p14:sldId id="257"/>
          </p14:sldIdLst>
        </p14:section>
        <p14:section name="O seu cenário" id="{a749e79d-7c46-1161-76fc-a906b6bf2928}">
          <p14:sldIdLst>
            <p14:sldId id="258"/>
          </p14:sldIdLst>
        </p14:section>
        <p14:section name="LedWave" id="{5de16eca-1c49-54db-8d52-eac76eab5a6b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8cee1d9d-5be1-4d16-4e80-63e8a107de3f}">
          <p14:sldIdLst>
            <p14:sldId id="264"/>
            <p14:sldId id="265"/>
          </p14:sldIdLst>
        </p14:section>
        <p14:section name="Ganhos e solução" id="{762f59bb-54f8-86b9-b533-d50339c533f4}">
          <p14:sldIdLst>
            <p14:sldId id="266"/>
            <p14:sldId id="267"/>
            <p14:sldId id="268"/>
          </p14:sldIdLst>
        </p14:section>
        <p14:section name="Próximo passo" id="{8a4e0f94-edc9-68ca-2022-5d04be74522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Proprietário, sócio-operador, Diretor de Marketing de rede de alimentação.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casas, quais turnos, transmitem jogos/eventos? Como é o cardápio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casas, quais turnos, transmitem jogos/eventos? Como é o cardápio hoje?
Problema: Quantas vezes por ano reimprimem o cardápio? Os pratos de maior margem estão em destaque?
Implicação: Quanto deixam de ganhar quando o cliente pede o item de menor margem por falta de destaque? Quanto custam as reimpressões?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Bares, Restaurantes e Food Service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Experiência, Eficiência operacional)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Experiência, Eficiência operacional.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"Prato que não é visto não é pedido."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Meu restaurante é pequeno para isso.
Resposta: O painel é dimensionado para o seu espaço. Começamos pelo menu board ou pela fachada, onde o retorno é mais rápido.
Objeção (comercial): Preço
Resposta: Vamos comparar o custo total: impressos, locações e vendas perdidas de um ano contra o investimento no painel, que fica com você por muitos anos.
Objeção (comercial): Fobia digital
Resposta: Atualizar a tela é tão simples quanto postar no Instagram. Treinamos a sua equipe, e a LedWave pode cuidar do conteúdo para você.
Objeção (comercial): Momento financeiro
Resposta: Podemos começar por um piloto ou pela locação, que vira despesa mensal em vez de investimento, e crescer por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cardápio mudasse sozinho por turno e destacasse o que dá mais lucro, quanto isso mudaria no ticket médio?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Bares, Restaurantes e Food Service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Bares, Restaurantes e Food Service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Prato que não é visto não é pedido.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 é o prato com a melhor margem da sua casa? E ele é o que mais aparece para o cliente?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Cardápio impresso desatualizado, preços que mudam com o custo dos insumos e pouca visibilidade dos pratos de maior margem.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reimpressão de cardápio é custo; cada cliente que pede o prato de menor margem por falta de destaque é lucro perdido.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Fazer o cardápio vender: mostrar o prato certo, na hora certa, com a cara de dar água na boca.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Happy hour: às 17h o menu board muda sozinho para chopp e petiscos; no almoço, o executivo; à noite, o prato assinatura em vídeo. O cardápio trabalha por turno.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Prato que não é visto não é pedido.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Destaque dos itens de maior margem, combos e upsell; transmissão de jogos e eventos que enchem a casa.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moderno e instagramável; fachada que chama de longe.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Preço atualizado em minutos, sem reimpressão; programação automática por horário.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Menu boards em LED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fachada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Telão para jogos e eventos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decorativos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Ticket médio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dos itens destacados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Ocupação em dias de evento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Prato que não é visto não é pedido.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colocar o seu cardápio para vender sozinho?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do menu board com o cardápio real do cliente.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Bares, Restaurantes e Food Service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