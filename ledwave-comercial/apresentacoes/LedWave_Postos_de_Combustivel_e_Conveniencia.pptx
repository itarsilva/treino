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21cc67c4-6b67-3fcf-4227-7b6883442e84}">
          <p14:sldIdLst>
            <p14:sldId id="256"/>
            <p14:sldId id="257"/>
          </p14:sldIdLst>
        </p14:section>
        <p14:section name="O seu cenário" id="{8eb73c0d-efc7-1186-1296-8edc1359c20c}">
          <p14:sldIdLst>
            <p14:sldId id="258"/>
          </p14:sldIdLst>
        </p14:section>
        <p14:section name="LedWave" id="{49831534-d382-c93d-ef01-b1c19337d921}">
          <p14:sldIdLst>
            <p14:sldId id="259"/>
            <p14:sldId id="260"/>
            <p14:sldId id="261"/>
            <p14:sldId id="262"/>
          </p14:sldIdLst>
        </p14:section>
        <p14:section name="Por que digitalizar" id="{2d5e6717-28cf-3e09-4c53-f8283cbe3039}">
          <p14:sldIdLst>
            <p14:sldId id="263"/>
            <p14:sldId id="264"/>
          </p14:sldIdLst>
        </p14:section>
        <p14:section name="Ganhos e solução" id="{6741fb5c-25cd-d785-de54-5b048cbed499}">
          <p14:sldIdLst>
            <p14:sldId id="265"/>
            <p14:sldId id="266"/>
            <p14:sldId id="267"/>
          </p14:sldIdLst>
        </p14:section>
        <p14:section name="Próximo passo" id="{3cc15bff-09aa-5d53-b82a-6c67a66b3b67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Proprietário do posto/rede, Diretor Comercial de distribuidora, Gerente de conveniência.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"Quantos postos, qual o fluxo diário da via, qual o peso da conveniência no resultado?"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Quantos postos, qual o fluxo diário da via, qual o peso da conveniência no resultado?
Problema: Como o preço é atualizado hoje? A conveniência é vista da pista? Algum anunciante local já procurou vocês?
Implicação: Quantos motoristas passam reto por não verem o preço ou a oferta a tempo? Quanto vale um ponto a mais de conversão da pista?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Postos de Combustível e Conveniência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 houver cliente do mesmo segmento, troque um dos nomes por ele e conte o resultado em uma frase.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"Na estrada, quem não é visto não é abastecido."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Meu cliente só olha preço.
Resposta: Exatamente: e o painel mostra o preço melhor, mais longe e mais rápido. O que vem depois do preço (café, lavagem, mídia) é margem extra que hoje você não captura.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Se o mesmo totem mostrasse preço, promoção da conveniência e ainda vendesse mídia, como isso mudaria a margem do posto?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2B1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85"/>
                </a:solidFill>
              </a:rPr>
              <a:t>LedWave  ·  Postos de Combustível e Conveniência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Postos de Combustível e Conveniência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Na estrada, quem não é visto não é abastecido.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8412480" y="1737360"/>
            <a:ext cx="3017520" cy="301752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6860" y="2491740"/>
            <a:ext cx="150876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Seu cliente decide se entra no seu posto em menos de cinco segundos. O que ele vê nesses cinco segundos?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preço na placa é a única comunicação, e o cliente decide em segundos, a 60 km/h. A loja de conveniência é invisível da pista.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motorista que passa reto não volta. A margem do combustível é apertada e a conveniência, que tem margem, não é vista.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3F0FA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385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Volkswagen"/>
          <p:cNvSpPr/>
          <p:nvPr/>
        </p:nvSpPr>
        <p:spPr>
          <a:xfrm>
            <a:off x="54864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Volkswagen</a:t>
            </a:r>
            <a:endParaRPr lang="en-US" sz="2800" dirty="0"/>
          </a:p>
        </p:txBody>
      </p:sp>
      <p:sp>
        <p:nvSpPr>
          <p:cNvPr id="5" name="Marca Globo"/>
          <p:cNvSpPr/>
          <p:nvPr/>
        </p:nvSpPr>
        <p:spPr>
          <a:xfrm>
            <a:off x="429768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Globo</a:t>
            </a:r>
            <a:endParaRPr lang="en-US" sz="2800" dirty="0"/>
          </a:p>
        </p:txBody>
      </p:sp>
      <p:sp>
        <p:nvSpPr>
          <p:cNvPr id="7" name="Marca Riachuelo"/>
          <p:cNvSpPr/>
          <p:nvPr/>
        </p:nvSpPr>
        <p:spPr>
          <a:xfrm>
            <a:off x="804672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Riachuelo</a:t>
            </a:r>
            <a:endParaRPr lang="en-US" sz="2800" dirty="0"/>
          </a:p>
        </p:txBody>
      </p:sp>
      <p:sp>
        <p:nvSpPr>
          <p:cNvPr id="9" name="Ranking Exame círculo"/>
          <p:cNvSpPr/>
          <p:nvPr/>
        </p:nvSpPr>
        <p:spPr>
          <a:xfrm>
            <a:off x="54864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3943350"/>
            <a:ext cx="388620" cy="388620"/>
          </a:xfrm>
          <a:prstGeom prst="rect">
            <a:avLst/>
          </a:prstGeom>
        </p:spPr>
      </p:pic>
      <p:sp>
        <p:nvSpPr>
          <p:cNvPr id="11" name="Ranking Exame título"/>
          <p:cNvSpPr txBox="1"/>
          <p:nvPr/>
        </p:nvSpPr>
        <p:spPr>
          <a:xfrm>
            <a:off x="150876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2" name="Ranking Exame texto"/>
          <p:cNvSpPr txBox="1"/>
          <p:nvPr/>
        </p:nvSpPr>
        <p:spPr>
          <a:xfrm>
            <a:off x="150876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3" name="ABF Expo círculo"/>
          <p:cNvSpPr/>
          <p:nvPr/>
        </p:nvSpPr>
        <p:spPr>
          <a:xfrm>
            <a:off x="429768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4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3943350"/>
            <a:ext cx="388620" cy="388620"/>
          </a:xfrm>
          <a:prstGeom prst="rect">
            <a:avLst/>
          </a:prstGeom>
        </p:spPr>
      </p:pic>
      <p:sp>
        <p:nvSpPr>
          <p:cNvPr id="15" name="ABF Expo título"/>
          <p:cNvSpPr txBox="1"/>
          <p:nvPr/>
        </p:nvSpPr>
        <p:spPr>
          <a:xfrm>
            <a:off x="525780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16" name="ABF Expo texto"/>
          <p:cNvSpPr txBox="1"/>
          <p:nvPr/>
        </p:nvSpPr>
        <p:spPr>
          <a:xfrm>
            <a:off x="525780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17" name="NRF 2026, Nova York círculo"/>
          <p:cNvSpPr/>
          <p:nvPr/>
        </p:nvSpPr>
        <p:spPr>
          <a:xfrm>
            <a:off x="804672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8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3943350"/>
            <a:ext cx="388620" cy="388620"/>
          </a:xfrm>
          <a:prstGeom prst="rect">
            <a:avLst/>
          </a:prstGeom>
        </p:spPr>
      </p:pic>
      <p:sp>
        <p:nvSpPr>
          <p:cNvPr id="19" name="NRF 2026, Nova York título"/>
          <p:cNvSpPr txBox="1"/>
          <p:nvPr/>
        </p:nvSpPr>
        <p:spPr>
          <a:xfrm>
            <a:off x="900684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0" name="NRF 2026, Nova York texto"/>
          <p:cNvSpPr txBox="1"/>
          <p:nvPr/>
        </p:nvSpPr>
        <p:spPr>
          <a:xfrm>
            <a:off x="900684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1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6385"/>
                </a:solidFill>
              </a:rPr>
              <a:t>Substitua ou complete com logos de clientes do segmento Postos de Combustível e Conveniência.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Fazer o posto ser visto, escolhido e lembrado, e transformar a rodovia em audiência paga.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Duas placas na estrada à noite: uma de preço fixo, apagada; outra com preço, promoção de café + pão de queijo e a marca em movimento. Qual delas faz o motorista dar seta?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Na estrada, quem não é visto não é abastecido.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Mídia DOOH para anunciantes locais e regionais na pista; promoções da conveniência e serviços (lavagem, troca de óleo) que aumentam ticket.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Posto moderno, iluminado e seguro à noite, percepção de marca forte na rodovia.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Atualização de preço remota e instantânea, sem subir em escada, com conteúdo programado por horário.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Totem de preços em LED outdoor (alto brilho, IP65)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Painel de testeira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Telas na bomba e na conveniência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Mídia DOOH</a:t>
            </a:r>
            <a:endParaRPr lang="en-US" sz="1500" dirty="0"/>
          </a:p>
        </p:txBody>
      </p:sp>
      <p:sp>
        <p:nvSpPr>
          <p:cNvPr id="16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7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8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Veículos que entram x fluxo da pista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Ticket da conveniência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Receita de mídia DOOH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Na estrada, quem não é visto não é abastecido.</a:t>
            </a:r>
            <a:endParaRPr lang="en-US" sz="3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Seu posto já tem o fluxo. Vamos fazer esse fluxo parar?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accent1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Estudo de visibilidade da pista (distância, ângulo, fluxo) e proposta de totem + testeira.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140C2E"/>
      </a:dk1>
      <a:lt1>
        <a:srgbClr val="FFFFFF"/>
      </a:lt1>
      <a:dk2>
        <a:srgbClr val="2B1A63"/>
      </a:dk2>
      <a:lt2>
        <a:srgbClr val="F3F0FA"/>
      </a:lt2>
      <a:accent1>
        <a:srgbClr val="E0218A"/>
      </a:accent1>
      <a:accent2>
        <a:srgbClr val="4F6BFF"/>
      </a:accent2>
      <a:accent3>
        <a:srgbClr val="8B5CF6"/>
      </a:accent3>
      <a:accent4>
        <a:srgbClr val="22C3A6"/>
      </a:accent4>
      <a:accent5>
        <a:srgbClr val="FFB020"/>
      </a:accent5>
      <a:accent6>
        <a:srgbClr val="6B6385"/>
      </a:accent6>
      <a:hlink>
        <a:srgbClr val="4F6BFF"/>
      </a:hlink>
      <a:folHlink>
        <a:srgbClr val="8B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Postos de Combustível e Conveniência</dc:title>
  <dc:subject>PptxGenJS Presentation</dc:subject>
  <dc:creator>LedWave</dc:creator>
  <cp:lastModifiedBy>LedWave</cp:lastModifiedBy>
  <cp:revision>1</cp:revision>
  <dcterms:created xsi:type="dcterms:W3CDTF">2026-10-19T15:30:33Z</dcterms:created>
  <dcterms:modified xsi:type="dcterms:W3CDTF">2026-10-19T15:30:33Z</dcterms:modified>
</cp:coreProperties>
</file>