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777ab4fc-b9b2-3089-1dfc-2b337629b546}">
          <p14:sldIdLst>
            <p14:sldId id="256"/>
            <p14:sldId id="257"/>
          </p14:sldIdLst>
        </p14:section>
        <p14:section name="O seu cenário" id="{796be6c1-4f44-9c43-5d1c-81f62e1f40e6}">
          <p14:sldIdLst>
            <p14:sldId id="258"/>
          </p14:sldIdLst>
        </p14:section>
        <p14:section name="LedWave" id="{3b40e1b1-8cab-3a54-26ed-b7be34b5c488}">
          <p14:sldIdLst>
            <p14:sldId id="259"/>
            <p14:sldId id="260"/>
            <p14:sldId id="261"/>
            <p14:sldId id="262"/>
          </p14:sldIdLst>
        </p14:section>
        <p14:section name="Por que digitalizar" id="{ef1e6fd5-7a89-66ef-3c46-3dd1e24785b2}">
          <p14:sldIdLst>
            <p14:sldId id="263"/>
            <p14:sldId id="264"/>
          </p14:sldIdLst>
        </p14:section>
        <p14:section name="Ganhos e solução" id="{efcbb137-aa16-5302-ba62-3c410898929b}">
          <p14:sldIdLst>
            <p14:sldId id="265"/>
            <p14:sldId id="266"/>
            <p14:sldId id="267"/>
          </p14:sldIdLst>
        </p14:section>
        <p14:section name="Próximo passo" id="{9efa4cad-ca61-0b1a-3685-f0aed38a3f8a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Dono do grupo, Gerente Geral, Gerente de Marketing da concessionária.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"Quantas lojas e marcas? Quantos lançamentos por ano? Como é o showroom hoje?"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Quantas lojas e marcas? Quantos lançamentos por ano? Como é o showroom hoje?
Problema: O cliente chega já decidido pela internet? O que o showroom oferece que o site não oferece?
Implicação: Quantas vendas se perdem quando o cliente sai do showroom sem emoção? Quanto custa cada evento de lançamento sem estrutura própria?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Concessionárias de Veículos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 houver cliente do mesmo segmento, troque um dos nomes por ele e conte o resultado em uma frase.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"Carro se compra com o coração e se justifica com a razão. O painel fala com os dois."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A montadora define o padrão do showroom.
Resposta: O painel recebe o conteúdo oficial da montadora e respeita o padrão visual. Podemos apresentar a proposta junto à regional da marca.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Se o showroom pudesse colocar o cliente na estrada antes do test-drive, como isso afetaria a conversão?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2B1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85"/>
                </a:solidFill>
              </a:rPr>
              <a:t>LedWave  ·  Concessionárias de Veículos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Concessionárias de Veículos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Carro se compra com o coração e se justifica com a razão. O painel fala com os dois.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8412480" y="1737360"/>
            <a:ext cx="3017520" cy="301752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6860" y="2491740"/>
            <a:ext cx="150876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Seu cliente já viu o carro no site. O que o seu showroom mostra que o site não mostra?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Showroom com carros parados e banners genéricos da montadora. O cliente chega já pesquisado na internet e o showroom não acrescenta emoção.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Venda de alto ticket é emoção. Showroom frio perde o cliente para a loja que faz ele imaginar o carro na estrada.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3F0FA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385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Volkswagen"/>
          <p:cNvSpPr/>
          <p:nvPr/>
        </p:nvSpPr>
        <p:spPr>
          <a:xfrm>
            <a:off x="54864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Volkswagen</a:t>
            </a:r>
            <a:endParaRPr lang="en-US" sz="2800" dirty="0"/>
          </a:p>
        </p:txBody>
      </p:sp>
      <p:sp>
        <p:nvSpPr>
          <p:cNvPr id="5" name="Marca Globo"/>
          <p:cNvSpPr/>
          <p:nvPr/>
        </p:nvSpPr>
        <p:spPr>
          <a:xfrm>
            <a:off x="429768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Globo</a:t>
            </a:r>
            <a:endParaRPr lang="en-US" sz="2800" dirty="0"/>
          </a:p>
        </p:txBody>
      </p:sp>
      <p:sp>
        <p:nvSpPr>
          <p:cNvPr id="7" name="Marca Riachuelo"/>
          <p:cNvSpPr/>
          <p:nvPr/>
        </p:nvSpPr>
        <p:spPr>
          <a:xfrm>
            <a:off x="804672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Riachuelo</a:t>
            </a:r>
            <a:endParaRPr lang="en-US" sz="2800" dirty="0"/>
          </a:p>
        </p:txBody>
      </p:sp>
      <p:sp>
        <p:nvSpPr>
          <p:cNvPr id="9" name="Ranking Exame círculo"/>
          <p:cNvSpPr/>
          <p:nvPr/>
        </p:nvSpPr>
        <p:spPr>
          <a:xfrm>
            <a:off x="54864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3943350"/>
            <a:ext cx="388620" cy="388620"/>
          </a:xfrm>
          <a:prstGeom prst="rect">
            <a:avLst/>
          </a:prstGeom>
        </p:spPr>
      </p:pic>
      <p:sp>
        <p:nvSpPr>
          <p:cNvPr id="11" name="Ranking Exame título"/>
          <p:cNvSpPr txBox="1"/>
          <p:nvPr/>
        </p:nvSpPr>
        <p:spPr>
          <a:xfrm>
            <a:off x="150876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2" name="Ranking Exame texto"/>
          <p:cNvSpPr txBox="1"/>
          <p:nvPr/>
        </p:nvSpPr>
        <p:spPr>
          <a:xfrm>
            <a:off x="150876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3" name="ABF Expo círculo"/>
          <p:cNvSpPr/>
          <p:nvPr/>
        </p:nvSpPr>
        <p:spPr>
          <a:xfrm>
            <a:off x="429768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4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3943350"/>
            <a:ext cx="388620" cy="388620"/>
          </a:xfrm>
          <a:prstGeom prst="rect">
            <a:avLst/>
          </a:prstGeom>
        </p:spPr>
      </p:pic>
      <p:sp>
        <p:nvSpPr>
          <p:cNvPr id="15" name="ABF Expo título"/>
          <p:cNvSpPr txBox="1"/>
          <p:nvPr/>
        </p:nvSpPr>
        <p:spPr>
          <a:xfrm>
            <a:off x="525780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16" name="ABF Expo texto"/>
          <p:cNvSpPr txBox="1"/>
          <p:nvPr/>
        </p:nvSpPr>
        <p:spPr>
          <a:xfrm>
            <a:off x="525780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17" name="NRF 2026, Nova York círculo"/>
          <p:cNvSpPr/>
          <p:nvPr/>
        </p:nvSpPr>
        <p:spPr>
          <a:xfrm>
            <a:off x="804672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8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3943350"/>
            <a:ext cx="388620" cy="388620"/>
          </a:xfrm>
          <a:prstGeom prst="rect">
            <a:avLst/>
          </a:prstGeom>
        </p:spPr>
      </p:pic>
      <p:sp>
        <p:nvSpPr>
          <p:cNvPr id="19" name="NRF 2026, Nova York título"/>
          <p:cNvSpPr txBox="1"/>
          <p:nvPr/>
        </p:nvSpPr>
        <p:spPr>
          <a:xfrm>
            <a:off x="900684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0" name="NRF 2026, Nova York texto"/>
          <p:cNvSpPr txBox="1"/>
          <p:nvPr/>
        </p:nvSpPr>
        <p:spPr>
          <a:xfrm>
            <a:off x="900684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1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6385"/>
                </a:solidFill>
              </a:rPr>
              <a:t>Substitua ou complete com logos de clientes do segmento Concessionárias de Veículos.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Levar a estrada para dentro do showroom: fazer o cliente sentir o carro antes do test-drive.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Lançamento: luzes apagam, o painel atrás do carro mostra a serra, a chuva, a família viajando, e o carro real está ali na frente. Isso é cenografia que vende.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Carro se compra com o coração e se justifica com a razão. O painel fala com os dois.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Mais conversão no showroom, eventos de lançamento que geram leads e cofinanciamento de ações com a montadora.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Showroom premium alinhado ao padrão global das marcas; experiência que justifica o preço.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Conteúdo da montadora, condições e estoque atualizados em tempo real; fachada que comunica ofertas para a avenida.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Painel de fundo de showroom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LED de fachada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Totens de ofertas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Painel para eventos e lançamentos (venda ou locação)</a:t>
            </a:r>
            <a:endParaRPr lang="en-US" sz="1500" dirty="0"/>
          </a:p>
        </p:txBody>
      </p:sp>
      <p:sp>
        <p:nvSpPr>
          <p:cNvPr id="16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7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8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Conversão de visita em venda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Leads de eventos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Tempo de permanência no showroom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Carro se compra com o coração e se justifica com a razão. O painel fala com os dois.</a:t>
            </a:r>
            <a:endParaRPr lang="en-US" sz="3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Vamos fazer o seu próximo lançamento ser lembrado?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accent1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Demonstração no showroom LedWave com conteúdo da marca do cliente.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140C2E"/>
      </a:dk1>
      <a:lt1>
        <a:srgbClr val="FFFFFF"/>
      </a:lt1>
      <a:dk2>
        <a:srgbClr val="2B1A63"/>
      </a:dk2>
      <a:lt2>
        <a:srgbClr val="F3F0FA"/>
      </a:lt2>
      <a:accent1>
        <a:srgbClr val="E0218A"/>
      </a:accent1>
      <a:accent2>
        <a:srgbClr val="4F6BFF"/>
      </a:accent2>
      <a:accent3>
        <a:srgbClr val="8B5CF6"/>
      </a:accent3>
      <a:accent4>
        <a:srgbClr val="22C3A6"/>
      </a:accent4>
      <a:accent5>
        <a:srgbClr val="FFB020"/>
      </a:accent5>
      <a:accent6>
        <a:srgbClr val="6B6385"/>
      </a:accent6>
      <a:hlink>
        <a:srgbClr val="4F6BFF"/>
      </a:hlink>
      <a:folHlink>
        <a:srgbClr val="8B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Concessionárias de Veículos</dc:title>
  <dc:subject>PptxGenJS Presentation</dc:subject>
  <dc:creator>LedWave</dc:creator>
  <cp:lastModifiedBy>LedWave</cp:lastModifiedBy>
  <cp:revision>1</cp:revision>
  <dcterms:created xsi:type="dcterms:W3CDTF">2026-10-19T15:30:33Z</dcterms:created>
  <dcterms:modified xsi:type="dcterms:W3CDTF">2026-10-19T15:30:33Z</dcterms:modified>
</cp:coreProperties>
</file>