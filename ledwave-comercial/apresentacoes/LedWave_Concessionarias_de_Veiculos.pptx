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1820f15-28fc-08cd-4811-63e45ae57330}">
          <p14:sldIdLst>
            <p14:sldId id="256"/>
            <p14:sldId id="257"/>
          </p14:sldIdLst>
        </p14:section>
        <p14:section name="O seu cenário" id="{0a5be38e-0209-beba-2111-78a065a409de}">
          <p14:sldIdLst>
            <p14:sldId id="258"/>
          </p14:sldIdLst>
        </p14:section>
        <p14:section name="LedWave" id="{f1a95adc-f2af-a63c-456f-cd4a1d589fe7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4d2b6f5b-f5c0-87c9-a35c-846029efe0b9}">
          <p14:sldIdLst>
            <p14:sldId id="264"/>
            <p14:sldId id="265"/>
          </p14:sldIdLst>
        </p14:section>
        <p14:section name="Ganhos e solução" id="{62a58eba-b0f6-4313-5551-5387277a3dd0}">
          <p14:sldIdLst>
            <p14:sldId id="266"/>
            <p14:sldId id="267"/>
            <p14:sldId id="268"/>
          </p14:sldIdLst>
        </p14:section>
        <p14:section name="Próximo passo" id="{88307d75-22a4-9ade-7e1b-01580dad6fb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Dono do grupo, Gerente Geral, Gerente de Marketing da concessionária.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 e marcas? Quantos lançamentos por ano? Como é o showroom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 e marcas? Quantos lançamentos por ano? Como é o showroom hoje?
Problema: O cliente chega já decidido pela internet? O que o showroom oferece que o site não oferece?
Implicação: Quantas vendas se perdem quando o cliente sai do showroom sem emoção? Quanto custa cada evento de lançamento sem estrutura própria?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Concessionárias de Veículos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(Status, Experiência, Branding)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Status, Experiência, Branding.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"Carro se compra com o coração e se justifica com a razão. O painel fala com os dois."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A montadora define o padrão do showroom.
Resposta: O painel recebe o conteúdo oficial da montadora e respeita o padrão visual. Podemos apresentar a proposta junto à regional da marca.
Objeção (comercial): Preço
Resposta: Vamos comparar o custo total: impressos, locações e vendas perdidas de um ano contra o investimento no painel, que fica com você por muitos anos.
Objeção (comercial): Momento financeiro
Resposta: Podemos começar por um piloto ou pela locação, que vira despesa mensal em vez de investimento, e crescer por fases.
Objeção (comercial): Gestão de conteúdo
Resposta: Você não fica sozinho: entregamos o software, o treinamento e, se quiser, a produção e a programação do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showroom pudesse colocar o cliente na estrada antes do test-drive, como isso afetaria a conversão?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Concessionárias de Veículos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Concessionárias de Veículos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Carro se compra com o coração e se justifica com a razão. O painel fala com os dois.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Seu cliente já viu o carro no site. O que o seu showroom mostra que o site não mostra?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Showroom com carros parados e banners genéricos da montadora. O cliente chega já pesquisado na internet e o showroom não acrescenta emoção.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Venda de alto ticket é emoção. Showroom frio perde o cliente para a loja que faz ele imaginar o carro na estrada.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Levar a estrada para dentro do showroom: fazer o cliente sentir o carro antes do test-drive.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Lançamento: luzes apagam, o painel atrás do carro mostra a serra, a chuva, a família viajando, e o carro real está ali na frente. Isso é cenografia que vende.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Carro se compra com o coração e se justifica com a razão. O painel fala com os dois.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conversão no showroom, eventos de lançamento que geram leads e cofinanciamento de ações com a montadora.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Showroom premium alinhado ao padrão global das marcas; experiência que justifica o preço.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Conteúdo da montadora, condições e estoque atualizados em tempo real; fachada que comunica ofertas para a avenida.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fundo de showroom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de fachada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de ofertas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para eventos e lançamentos (venda ou locação)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Conversão de visita em venda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Leads de eventos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permanência no showroom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Carro se compra com o coração e se justifica com a razão. O painel fala com os dois.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fazer o seu próximo lançamento ser lembrado?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Demonstração no showroom LedWave com conteúdo da marca do cliente.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Concessionárias de Veículos</dc:title>
  <dc:subject>PptxGenJS Presentation</dc:subject>
  <dc:creator>LedWave</dc:creator>
  <cp:lastModifiedBy>LedWave</cp:lastModifiedBy>
  <cp:revision>1</cp:revision>
  <dcterms:created xsi:type="dcterms:W3CDTF">2026-10-19T18:43:12Z</dcterms:created>
  <dcterms:modified xsi:type="dcterms:W3CDTF">2026-10-19T18:43:12Z</dcterms:modified>
</cp:coreProperties>
</file>