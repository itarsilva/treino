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4f32548-f6fc-0f22-bf65-820ef04bf511}">
          <p14:sldIdLst>
            <p14:sldId id="256"/>
            <p14:sldId id="257"/>
          </p14:sldIdLst>
        </p14:section>
        <p14:section name="O seu cenário" id="{a182cd0e-476a-814e-9e13-66808dc8c1ae}">
          <p14:sldIdLst>
            <p14:sldId id="258"/>
          </p14:sldIdLst>
        </p14:section>
        <p14:section name="LedWave" id="{63e44a52-3a50-7f96-3df4-6a37e2f96cb4}">
          <p14:sldIdLst>
            <p14:sldId id="259"/>
            <p14:sldId id="260"/>
            <p14:sldId id="261"/>
            <p14:sldId id="262"/>
          </p14:sldIdLst>
        </p14:section>
        <p14:section name="Por que digitalizar" id="{df0ae210-d125-c5a7-07fb-aba0771f3f07}">
          <p14:sldIdLst>
            <p14:sldId id="263"/>
            <p14:sldId id="264"/>
          </p14:sldIdLst>
        </p14:section>
        <p14:section name="Ganhos e solução" id="{8a613c5d-bed2-aa3d-8d28-bb96bd01a29e}">
          <p14:sldIdLst>
            <p14:sldId id="265"/>
            <p14:sldId id="266"/>
            <p14:sldId id="267"/>
          </p14:sldIdLst>
        </p14:section>
        <p14:section name="Próximo passo" id="{0d76ed06-3f8f-a3be-c539-8cc5255bc8a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Presidente/Diretor de clube, Gestor de arena, Dono de rede de academias, Marketing esportivo.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jogos/eventos/alunos? Quantos patrocinadores hoje e como entregam exposição?"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jogos/eventos/alunos? Quantos patrocinadores hoje e como entregam exposição?
Problema: Há fila de patrocinadores sem espaço? O patrocinador pede comprovação?
Implicação: Quanto de receita de patrocínio fica na mesa por limitação de placas estáticas?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Arenas, Estádios, Academias e Esportes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"Placa estática vende uma marca. LED vende o jogo inteiro."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O investimento inicial é alto para o clube.
Resposta: Desenhamos o projeto com os patrocinadores: as novas cotas digitais ajudam a pagar o painel. Podemos estruturar a conta com o seu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mesmo espaço comportasse 10x mais cotas com comprovação, quanto isso pagaria do investimento?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Arenas, Estádios, Academias e Esportes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Arenas, Estádios, Academias e Esportes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Placa estática vende uma marca. LED vende o jogo inteiro.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Quantos patrocinadores cabem em uma placa estática? E em um painel de LED?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Patrocinador quer exposição medida, torcedor quer espetáculo e academia precisa reter aluno num mercado de preço.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Placa estática vende uma marca por vez; painel digital vende várias. Quem não digitaliza deixa receita de patrocínio na mesa.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Arenas, Estádios, Academias e Esportes.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Transformar cada jogo, aula e treino em espetáculo e cada metro de placa em receita de patrocínio.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Placa de campo digital: no mesmo jogo, 20 patrocinadores em rotação, replay, gol em animação e a torcida filmando. O espaço é o mesmo; a receita multiplica.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Placa estática vende uma marca. LED vende o jogo inteiro.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cotas de patrocínio no mesmo espaço, ativações e naming de momentos (gol, intervalo).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Espetáculo para torcedor e aluno; aulas coletivas imersivas; telão em arena.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de inserções e comprovação para patrocinadores; painéis resistentes para uso intenso.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Placas de campo (perimetrais)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Telões de arena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para academias e salas de aulas coletivas</a:t>
            </a:r>
            <a:endParaRPr lang="en-US" sz="1500" dirty="0"/>
          </a:p>
        </p:txBody>
      </p:sp>
      <p:sp>
        <p:nvSpPr>
          <p:cNvPr id="13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4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5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Número de cotas vendidas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patrocínio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Retenção de alunos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Público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Placa estática vende uma marca. LED vende o jogo inteiro.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multiplicar a receita do seu espaço sem aumentar um metro?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Simulação de inventário de patrocínio digital com os números do clube/arena.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Arenas, Estádios, Academias e Esportes</dc:title>
  <dc:subject>PptxGenJS Presentation</dc:subject>
  <dc:creator>LedWave</dc:creator>
  <cp:lastModifiedBy>LedWave</cp:lastModifiedBy>
  <cp:revision>1</cp:revision>
  <dcterms:created xsi:type="dcterms:W3CDTF">2026-10-19T15:30:34Z</dcterms:created>
  <dcterms:modified xsi:type="dcterms:W3CDTF">2026-10-19T15:30:34Z</dcterms:modified>
</cp:coreProperties>
</file>