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899eea5-3147-c18e-d123-181718649d01}">
          <p14:sldIdLst>
            <p14:sldId id="256"/>
            <p14:sldId id="257"/>
          </p14:sldIdLst>
        </p14:section>
        <p14:section name="O seu cenário" id="{157566ee-8e13-21d3-fe9d-02b806c4cbb1}">
          <p14:sldIdLst>
            <p14:sldId id="258"/>
          </p14:sldIdLst>
        </p14:section>
        <p14:section name="LedWave" id="{2f364563-3d19-5704-e2c9-0d4e9ab19ea1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04351846-282f-db71-b868-ca1b65dadecd}">
          <p14:sldIdLst>
            <p14:sldId id="264"/>
            <p14:sldId id="265"/>
          </p14:sldIdLst>
        </p14:section>
        <p14:section name="Ganhos e solução" id="{7dd6da68-08ae-25c1-dab5-342418e774a7}">
          <p14:sldIdLst>
            <p14:sldId id="266"/>
            <p14:sldId id="267"/>
            <p14:sldId id="268"/>
          </p14:sldIdLst>
        </p14:section>
        <p14:section name="Próximo passo" id="{8c882c0e-f686-3b70-ae09-e6f63eddd5b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Sócio da produtora/agência, Diretor de Produção, Diretor de Criação.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eventos por mês, que formatos, quem fornece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eventos por mês, que formatos, quem fornece hoje?
Problema: Já tiveram falha técnica ao vivo? O fornecedor atual dá conta de jobs simultâneos e de outras praças?
Implicação: O que uma falha ao vivo custou em relação com o cliente final? Quantos jobs deixaram de pegar por falta de estrutura?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Eventos, Agências e Produtoras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(Insumo de trabalho, Entretenimento, Experiência)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Insumo de trabalho, Entretenimento, Experiência.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"Ao vivo não tem segunda chance. Tem LedWave."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Tenho fornecedor mais barato.
Resposta: Mais barato até o momento em que a tela apaga ao vivo. Compare estoque, equipe técnica, backup e histórico de entregas. Segurança também tem preço, e ela é mais barata que perder um cliente.
Objeção (comercial): Preço
Resposta: Vamos comparar o custo total: impressos, locações e vendas perdidas de um ano contra o investimento no painel, que fica com você por muitos anos.
Objeção (comercial): SLA
Resposta: O prazo de atendimento fica escrito no contrato. [Preencher prazos oficiais de SLA]
Objeção (comercial): Concorrência
Resposta: Compare fábrica, estoque, equipe técnica, garantia e cases. O mais barato que apaga custa mais caro.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 parceiro com estoque, equipe e backup próprios permitiria aceitar jobs maiores com tranquilidade?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Eventos, Agências e Produtoras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Eventos, Agências e Produtoras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Ao vivo não tem segunda chance. Tem LedWave.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Qual foi o pior momento técnico que você já viveu ao vivo num evento? Nosso trabalho é que ele nunca se repita.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Prazo curto, cliente exigente e fornecedor que falha na montagem. Um painel com falha ao vivo queima a reputação da agência.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 evento que dá errado custa o cliente inteiro, não só aquele job.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Ser o parceiro que garante que a ideia da agência apareça ao vivo exatamente como foi criada.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Insumo de trabalho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Circuito LedWave da Copa: ativações que movimentaram o mercado e elevaram a demanda por painéis de LED em 50%. Escala, prazo e operação ao vivo são o nosso dia a dia.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Ao vivo não tem segunda chance. Tem LedWave.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Estoque, logística e equipe técnica próprios permitem atender jobs grandes e simultâneos, com margem previsível para a agência.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Formatos criativos (curvos, 3D, piso, transparente) que fazem a ativação ser lembrada.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Montagem, operação e backup técnico com equipe LedWave; presença em várias praças (Goiânia, SP, Brasília, EUA).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Locação de painéis indoor/outdoor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Formatos especiais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Operação técnica e conteúdo</a:t>
            </a:r>
            <a:endParaRPr lang="en-US" sz="1500" dirty="0"/>
          </a:p>
        </p:txBody>
      </p:sp>
      <p:sp>
        <p:nvSpPr>
          <p:cNvPr id="13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4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5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Uptime ao vivo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Prazo de montagem cumprido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Recompra de clientes da agência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Ao vivo não tem segunda chance. Tem LedWave.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Qual é o próximo grande job? Vamos montar juntos?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Cadastro como parceiro preferencial + tabela de locação para o próximo trimestre.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Eventos, Agências e Produtoras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