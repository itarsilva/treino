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bfb77341-5803-270d-a19f-74b06229fbdf}">
          <p14:sldIdLst>
            <p14:sldId id="256"/>
            <p14:sldId id="257"/>
          </p14:sldIdLst>
        </p14:section>
        <p14:section name="O seu cenário" id="{d531cc9f-f21b-be26-8745-4d856e30cf17}">
          <p14:sldIdLst>
            <p14:sldId id="258"/>
          </p14:sldIdLst>
        </p14:section>
        <p14:section name="LedWave" id="{69deb316-309c-ef92-8e3e-b1002a375efa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8602db09-c7ba-f31f-308e-112419ebd189}">
          <p14:sldIdLst>
            <p14:sldId id="264"/>
            <p14:sldId id="265"/>
          </p14:sldIdLst>
        </p14:section>
        <p14:section name="Ganhos e solução" id="{f85a436d-076c-0237-acf5-20b9dd774303}">
          <p14:sldIdLst>
            <p14:sldId id="266"/>
            <p14:sldId id="267"/>
            <p14:sldId id="268"/>
          </p14:sldIdLst>
        </p14:section>
        <p14:section name="Próximo passo" id="{25c0294e-19b8-f2f8-36d3-1955ae21948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Sócio da produtora/agência, Diretor de Produção, Diretor de Criação.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"Quantos eventos por mês, que formatos, quem fornece hoje?"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Quantos eventos por mês, que formatos, quem fornece hoje?
Problema: Já tiveram falha técnica ao vivo? O fornecedor atual dá conta de jobs simultâneos e de outras praças?
Implicação: O que uma falha ao vivo custou em relação com o cliente final? Quantos jobs deixaram de pegar por falta de estrutura?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Eventos, Agências e Produtoras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(Insumo de trabalho, Entretenimento, Experiência)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Sem case mapeado do segmento: escolha o cliente com o propósito de compra mais parecido.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Insumo de trabalho, Entretenimento, Experiência.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"Ao vivo não tem segunda chance. Tem LedWave."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Tenho fornecedor mais barato.
Resposta: Mais barato até o momento em que a tela apaga ao vivo. Compare estoque, equipe técnica, backup e histórico de entregas. Segurança também tem preço, e ela é mais barata que perder um cliente.
Objeção (comercial): Preço
Resposta: Vamos comparar o custo total: impressos, locações e vendas perdidas de um ano contra o investimento no painel, que fica com você por muitos anos.
Objeção (comercial): SLA
Resposta: O prazo de atendimento fica escrito no contrato. [Preencher prazos oficiais de SLA]
Objeção (comercial): Concorrência
Resposta: Compare fábrica, estoque, equipe técnica, garantia e cases. O mais barato que apaga custa mais caro.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Um parceiro com estoque, equipe e backup próprios permitiria aceitar jobs maiores com tranquilidade?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743200" cy="939769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ca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914400"/>
            <a:ext cx="3904488" cy="45720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194560" cy="751815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5943600"/>
            <a:ext cx="2322576" cy="54864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1645920" cy="563862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5897880"/>
            <a:ext cx="2514600" cy="59436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272784"/>
            <a:ext cx="960120" cy="32891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91640" y="63276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A7A"/>
                </a:solidFill>
              </a:rPr>
              <a:t>Eventos, Agências e Produtoras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Eventos, Agências e Produtoras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Ao vivo não tem segunda chance. Tem LedWave.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7360920" y="4160520"/>
            <a:ext cx="1645920" cy="164592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457200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Qual foi o pior momento técnico que você já viveu ao vivo num evento? Nosso trabalho é que ele nunca se repita.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Prazo curto, cliente exigente e fornecedor que falha na montagem. Um painel com falha ao vivo queima a reputação da agência.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 evento que dá errado custa o cliente inteiro, não só aquele job.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2F3F7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Nordestão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5" name="Marca Rosewood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Rosewood</a:t>
            </a:r>
            <a:endParaRPr lang="en-US" sz="2200" dirty="0"/>
          </a:p>
        </p:txBody>
      </p:sp>
      <p:sp>
        <p:nvSpPr>
          <p:cNvPr id="7" name="Marca Beto Carrero World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9" name="Marca Museu do Amanhã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11" name="Marca Animalia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Animalia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7A7A7A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Ser o parceiro que garante que a ideia da agência apareça ao vivo exatamente como foi criada.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Insumo de trabalho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Entretenimento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Experiência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Circuito LedWave da Copa: ativações que movimentaram o mercado e elevaram a demanda por painéis de LED em 50%. Escala, prazo e operação ao vivo são o nosso dia a dia.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Ao vivo não tem segunda chance. Tem LedWave.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Estoque, logística e equipe técnica próprios permitem atender jobs grandes e simultâneos, com margem previsível para a agência.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8A5CF6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Formatos criativos (curvos, 3D, piso, transparente) que fazem a ativação ser lembrada.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Montagem, operação e backup técnico com equipe LedWave; presença em várias praças (Goiânia, SP, Brasília, EUA).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Locação de painéis indoor/outdoor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Formatos especiais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Operação técnica e conteúdo</a:t>
            </a:r>
            <a:endParaRPr lang="en-US" sz="1500" dirty="0"/>
          </a:p>
        </p:txBody>
      </p:sp>
      <p:sp>
        <p:nvSpPr>
          <p:cNvPr id="13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4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5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Uptime ao vivo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Prazo de montagem cumprido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Recompra de clientes da agência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Ao vivo não tem segunda chance. Tem LedWave.</a:t>
            </a:r>
            <a:endParaRPr lang="en-US" sz="3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Qual é o próximo grande job? Vamos montar juntos?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Cadastro como parceiro preferencial + tabela de locação para o próximo trimestre.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3D3D3D"/>
      </a:dk1>
      <a:lt1>
        <a:srgbClr val="FFFFFF"/>
      </a:lt1>
      <a:dk2>
        <a:srgbClr val="5F5F5F"/>
      </a:dk2>
      <a:lt2>
        <a:srgbClr val="F2F3F7"/>
      </a:lt2>
      <a:accent1>
        <a:srgbClr val="E011FF"/>
      </a:accent1>
      <a:accent2>
        <a:srgbClr val="12D9FF"/>
      </a:accent2>
      <a:accent3>
        <a:srgbClr val="658DFF"/>
      </a:accent3>
      <a:accent4>
        <a:srgbClr val="8A5CF6"/>
      </a:accent4>
      <a:accent5>
        <a:srgbClr val="3EB1FE"/>
      </a:accent5>
      <a:accent6>
        <a:srgbClr val="7A7A7A"/>
      </a:accent6>
      <a:hlink>
        <a:srgbClr val="658DFF"/>
      </a:hlink>
      <a:folHlink>
        <a:srgbClr val="8A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Eventos, Agências e Produtoras</dc:title>
  <dc:subject>PptxGenJS Presentation</dc:subject>
  <dc:creator>LedWave</dc:creator>
  <cp:lastModifiedBy>LedWave</cp:lastModifiedBy>
  <cp:revision>1</cp:revision>
  <dcterms:created xsi:type="dcterms:W3CDTF">2026-10-19T18:43:13Z</dcterms:created>
  <dcterms:modified xsi:type="dcterms:W3CDTF">2026-10-19T18:43:13Z</dcterms:modified>
</cp:coreProperties>
</file>