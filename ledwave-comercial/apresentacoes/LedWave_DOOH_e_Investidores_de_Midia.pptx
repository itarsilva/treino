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a2cfc6a-8eb7-743d-7d7d-1527ee59ee50}">
          <p14:sldIdLst>
            <p14:sldId id="256"/>
            <p14:sldId id="257"/>
          </p14:sldIdLst>
        </p14:section>
        <p14:section name="O seu cenário" id="{d87602cb-9281-dde5-b94e-f7e7e04411f7}">
          <p14:sldIdLst>
            <p14:sldId id="258"/>
          </p14:sldIdLst>
        </p14:section>
        <p14:section name="LedWave" id="{0ea79f1b-3832-3869-0098-678d9fd8e11a}">
          <p14:sldIdLst>
            <p14:sldId id="259"/>
            <p14:sldId id="260"/>
            <p14:sldId id="261"/>
            <p14:sldId id="262"/>
          </p14:sldIdLst>
        </p14:section>
        <p14:section name="Por que digitalizar" id="{7dddec59-be16-77b3-dff7-d75b8917d357}">
          <p14:sldIdLst>
            <p14:sldId id="263"/>
            <p14:sldId id="264"/>
          </p14:sldIdLst>
        </p14:section>
        <p14:section name="Ganhos e solução" id="{dfd8647b-2767-51b1-f47d-7e2de0c9d0ec}">
          <p14:sldIdLst>
            <p14:sldId id="265"/>
            <p14:sldId id="266"/>
            <p14:sldId id="267"/>
          </p14:sldIdLst>
        </p14:section>
        <p14:section name="Próximo passo" id="{453e3787-ffb0-e459-5f85-962715335a65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Investidor, CEO/Proprietário de exibidora, Diretor Comercial de mídia.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"Quantos pontos opera, em quais praças, com que ocupação média? Quem é seu fornecedor atual?"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Quantos pontos opera, em quais praças, com que ocupação média? Quem é seu fornecedor atual?
Problema: Quanto tempo de tela apagada teve no último ano? Qual a maior dificuldade: ponto, licenciamento, venda ou manutenção?
Implicação: Quanto custou em receita cada dia de tela apagada? Quantos pontos bons a concorrência ocupou enquanto você decidia?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DOOH e Investidores de Mídia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Se houver cliente do mesmo segmento, troque um dos nomes por ele e conte o resultado em uma frase.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"Painel apagado é aluguel perdido. Escolha quem mantém sua tela no ar."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O payback é longo e o risco é alto.
Resposta: Por isso o projeto começa pelo ponto, não pelo painel: fluxo, visibilidade, licenciamento e plano comercial. Com fabricante que também opera mídia, o risco técnico cai.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Um parceiro que fabrica, mantém e entende de operação de mídia aceleraria o seu plano de expansão?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2B1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85"/>
                </a:solidFill>
              </a:rPr>
              <a:t>LedWave  ·  DOOH e Investidores de Mídia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DOOH e Investidores de Mídia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Painel apagado é aluguel perdido. Escolha quem mantém sua tela no ar.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8412480" y="1737360"/>
            <a:ext cx="3017520" cy="301752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0" y="249174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Um painel de LED não é um custo, é um imóvel que paga aluguel em inserções. A pergunta é: quanto rende o seu metro quadrado?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Quer entrar ou crescer em mídia exterior digital, mas precisa de ativo confiável, ponto bem escolhido e retorno previsível.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Os melhores pontos da cidade estão sendo ocupados agora. Ponto bom não espera.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3F0FA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85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Volkswagen"/>
          <p:cNvSpPr/>
          <p:nvPr/>
        </p:nvSpPr>
        <p:spPr>
          <a:xfrm>
            <a:off x="54864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Volkswagen</a:t>
            </a:r>
            <a:endParaRPr lang="en-US" sz="2800" dirty="0"/>
          </a:p>
        </p:txBody>
      </p:sp>
      <p:sp>
        <p:nvSpPr>
          <p:cNvPr id="5" name="Marca Globo"/>
          <p:cNvSpPr/>
          <p:nvPr/>
        </p:nvSpPr>
        <p:spPr>
          <a:xfrm>
            <a:off x="429768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Globo</a:t>
            </a:r>
            <a:endParaRPr lang="en-US" sz="2800" dirty="0"/>
          </a:p>
        </p:txBody>
      </p:sp>
      <p:sp>
        <p:nvSpPr>
          <p:cNvPr id="7" name="Marca Riachuelo"/>
          <p:cNvSpPr/>
          <p:nvPr/>
        </p:nvSpPr>
        <p:spPr>
          <a:xfrm>
            <a:off x="804672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Riachuelo</a:t>
            </a:r>
            <a:endParaRPr lang="en-US" sz="2800" dirty="0"/>
          </a:p>
        </p:txBody>
      </p:sp>
      <p:sp>
        <p:nvSpPr>
          <p:cNvPr id="9" name="Ranking Exame círculo"/>
          <p:cNvSpPr/>
          <p:nvPr/>
        </p:nvSpPr>
        <p:spPr>
          <a:xfrm>
            <a:off x="54864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3943350"/>
            <a:ext cx="388620" cy="388620"/>
          </a:xfrm>
          <a:prstGeom prst="rect">
            <a:avLst/>
          </a:prstGeom>
        </p:spPr>
      </p:pic>
      <p:sp>
        <p:nvSpPr>
          <p:cNvPr id="11" name="Ranking Exame título"/>
          <p:cNvSpPr txBox="1"/>
          <p:nvPr/>
        </p:nvSpPr>
        <p:spPr>
          <a:xfrm>
            <a:off x="150876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2" name="Ranking Exame texto"/>
          <p:cNvSpPr txBox="1"/>
          <p:nvPr/>
        </p:nvSpPr>
        <p:spPr>
          <a:xfrm>
            <a:off x="150876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3" name="ABF Expo círculo"/>
          <p:cNvSpPr/>
          <p:nvPr/>
        </p:nvSpPr>
        <p:spPr>
          <a:xfrm>
            <a:off x="429768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4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3943350"/>
            <a:ext cx="388620" cy="388620"/>
          </a:xfrm>
          <a:prstGeom prst="rect">
            <a:avLst/>
          </a:prstGeom>
        </p:spPr>
      </p:pic>
      <p:sp>
        <p:nvSpPr>
          <p:cNvPr id="15" name="ABF Expo título"/>
          <p:cNvSpPr txBox="1"/>
          <p:nvPr/>
        </p:nvSpPr>
        <p:spPr>
          <a:xfrm>
            <a:off x="525780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16" name="ABF Expo texto"/>
          <p:cNvSpPr txBox="1"/>
          <p:nvPr/>
        </p:nvSpPr>
        <p:spPr>
          <a:xfrm>
            <a:off x="525780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17" name="NRF 2026, Nova York círculo"/>
          <p:cNvSpPr/>
          <p:nvPr/>
        </p:nvSpPr>
        <p:spPr>
          <a:xfrm>
            <a:off x="804672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8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3943350"/>
            <a:ext cx="388620" cy="388620"/>
          </a:xfrm>
          <a:prstGeom prst="rect">
            <a:avLst/>
          </a:prstGeom>
        </p:spPr>
      </p:pic>
      <p:sp>
        <p:nvSpPr>
          <p:cNvPr id="19" name="NRF 2026, Nova York título"/>
          <p:cNvSpPr txBox="1"/>
          <p:nvPr/>
        </p:nvSpPr>
        <p:spPr>
          <a:xfrm>
            <a:off x="900684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0" name="NRF 2026, Nova York texto"/>
          <p:cNvSpPr txBox="1"/>
          <p:nvPr/>
        </p:nvSpPr>
        <p:spPr>
          <a:xfrm>
            <a:off x="900684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1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85"/>
                </a:solidFill>
              </a:rPr>
              <a:t>Substitua ou complete com logos de clientes do segmento DOOH e Investidores de Mídia.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Construir um ativo de mídia que gera receita recorrente por anos, com um fabricante que sabe operar mídia porque também opera.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Boulevard.Live, em Brasília: 1.125 m², o maior painel de LED da América Latina, pensado no ponto de maior fluxo de pessoas e veículos da cidade. A LedWave não só vende painel; ela sabe o que faz um painel faturar.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Painel apagado é aluguel perdido. Escolha quem mantém sua tela no ar.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Receita recorrente por inserção, programática e anunciante local; o DOOH já soma R$ 4,4 bi no Brasil (IAB Brasil/Kantar, 2025).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Ponto icônico vira referência da cidade e atrai anunciantes premium.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Fabricação própria, assistência técnica, alto brilho e durabilidade outdoor reduzem tempo de tela apagada (que é receita perdida).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Painéis outdoor de grande formato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Empenas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Frontlights digitais</a:t>
            </a:r>
            <a:endParaRPr lang="en-US" sz="1500" dirty="0"/>
          </a:p>
        </p:txBody>
      </p:sp>
      <p:sp>
        <p:nvSpPr>
          <p:cNvPr id="13" name="Item 4 círculo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tem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549140"/>
            <a:ext cx="228600" cy="228600"/>
          </a:xfrm>
          <a:prstGeom prst="rect">
            <a:avLst/>
          </a:prstGeom>
        </p:spPr>
      </p:pic>
      <p:sp>
        <p:nvSpPr>
          <p:cNvPr id="15" name="Solução 4"/>
          <p:cNvSpPr txBox="1"/>
          <p:nvPr/>
        </p:nvSpPr>
        <p:spPr>
          <a:xfrm>
            <a:off x="118872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Mobiliário urbano</a:t>
            </a:r>
            <a:endParaRPr lang="en-US" sz="1500" dirty="0"/>
          </a:p>
        </p:txBody>
      </p:sp>
      <p:sp>
        <p:nvSpPr>
          <p:cNvPr id="16" name="Item 5 círculo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7" name="Item 5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5326380"/>
            <a:ext cx="228600" cy="228600"/>
          </a:xfrm>
          <a:prstGeom prst="rect">
            <a:avLst/>
          </a:prstGeom>
        </p:spPr>
      </p:pic>
      <p:sp>
        <p:nvSpPr>
          <p:cNvPr id="18" name="Solução 5"/>
          <p:cNvSpPr txBox="1"/>
          <p:nvPr/>
        </p:nvSpPr>
        <p:spPr>
          <a:xfrm>
            <a:off x="1188720" y="51663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Gestão de conteúdo e programação</a:t>
            </a:r>
            <a:endParaRPr lang="en-US" sz="1500" dirty="0"/>
          </a:p>
        </p:txBody>
      </p:sp>
      <p:sp>
        <p:nvSpPr>
          <p:cNvPr id="19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20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21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Ocupação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Receita por m²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Uptime da tela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Payback do ponto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 do seu segmento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[Nome do cliente do segmento]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Painel apagado é aluguel perdido. Escolha quem mantém sua tela no ar.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Vamos escolher juntos o seu próximo ponto e colocar a conta no papel?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accent1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Estudo de ponto + simulação de payback com cenário conservador, base e otimista.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140C2E"/>
      </a:dk1>
      <a:lt1>
        <a:srgbClr val="FFFFFF"/>
      </a:lt1>
      <a:dk2>
        <a:srgbClr val="2B1A63"/>
      </a:dk2>
      <a:lt2>
        <a:srgbClr val="F3F0FA"/>
      </a:lt2>
      <a:accent1>
        <a:srgbClr val="E0218A"/>
      </a:accent1>
      <a:accent2>
        <a:srgbClr val="4F6BFF"/>
      </a:accent2>
      <a:accent3>
        <a:srgbClr val="8B5CF6"/>
      </a:accent3>
      <a:accent4>
        <a:srgbClr val="22C3A6"/>
      </a:accent4>
      <a:accent5>
        <a:srgbClr val="FFB020"/>
      </a:accent5>
      <a:accent6>
        <a:srgbClr val="6B6385"/>
      </a:accent6>
      <a:hlink>
        <a:srgbClr val="4F6BFF"/>
      </a:hlink>
      <a:folHlink>
        <a:srgbClr val="8B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DOOH e Investidores de Mídia</dc:title>
  <dc:subject>PptxGenJS Presentation</dc:subject>
  <dc:creator>LedWave</dc:creator>
  <cp:lastModifiedBy>LedWave</cp:lastModifiedBy>
  <cp:revision>1</cp:revision>
  <dcterms:created xsi:type="dcterms:W3CDTF">2026-10-19T15:30:33Z</dcterms:created>
  <dcterms:modified xsi:type="dcterms:W3CDTF">2026-10-19T15:30:33Z</dcterms:modified>
</cp:coreProperties>
</file>