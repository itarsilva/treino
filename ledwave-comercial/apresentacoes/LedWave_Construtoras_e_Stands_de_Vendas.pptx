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098de474-ef78-91b4-41e8-9274f0e16a2b}">
          <p14:sldIdLst>
            <p14:sldId id="256"/>
            <p14:sldId id="257"/>
          </p14:sldIdLst>
        </p14:section>
        <p14:section name="O seu cenário" id="{1c0450a2-b6d9-11c5-1e97-9ec78d5da6e6}">
          <p14:sldIdLst>
            <p14:sldId id="258"/>
          </p14:sldIdLst>
        </p14:section>
        <p14:section name="LedWave" id="{3a069e4d-07fe-e771-1417-9492aeccd8db}">
          <p14:sldIdLst>
            <p14:sldId id="259"/>
            <p14:sldId id="260"/>
            <p14:sldId id="261"/>
            <p14:sldId id="262"/>
          </p14:sldIdLst>
        </p14:section>
        <p14:section name="Por que digitalizar" id="{a2f1f469-3b25-ceff-22e5-6736632a39fa}">
          <p14:sldIdLst>
            <p14:sldId id="263"/>
            <p14:sldId id="264"/>
          </p14:sldIdLst>
        </p14:section>
        <p14:section name="Ganhos e solução" id="{f3b812da-4613-68a2-99ca-c7103b4781db}">
          <p14:sldIdLst>
            <p14:sldId id="265"/>
            <p14:sldId id="266"/>
            <p14:sldId id="267"/>
          </p14:sldIdLst>
        </p14:section>
        <p14:section name="Próximo passo" id="{da6a0778-4721-3133-4710-5ec4fb68383d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Diretor de Incorporação, Diretor de Marketing, Gerente de Vendas imobiliárias.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"Quantos lançamentos e qual o VGV do próximo? Quanto tempo dura um stand?"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Quantos lançamentos e qual o VGV do próximo? Quanto tempo dura um stand?
Problema: O visitante entende o empreendimento só com maquete e perspectivas? Qual a conversão de visita em proposta?
Implicação: Cada mês a mais de ciclo de vendas custa quanto em custo financeiro da obra? Quantas visitas saem sem se imaginar no imóvel?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Construtoras e Stands de Vendas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 houver cliente do mesmo segmento, troque um dos nomes por ele e conte o resultado em uma frase.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"Ninguém compra metro quadrado. Compra o futuro que cabe nele."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O stand é temporário, não compensa comprar.
Resposta: Temos locação e também compra com reaproveitamento: o mesmo painel vai do stand para o próximo lançamento ou para o hall do prédio entregue.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Se o stand fizesse o cliente viver o apartamento e o painel fosse reaproveitado nos próximos lançamentos, faria sentido avaliar?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2B1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85"/>
                </a:solidFill>
              </a:rPr>
              <a:t>LedWave  ·  Construtoras e Stands de Vendas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Construtoras e Stands de Vendas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Ninguém compra metro quadrado. Compra o futuro que cabe nele.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8412480" y="1737360"/>
            <a:ext cx="3017520" cy="301752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6860" y="2491740"/>
            <a:ext cx="150876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Seu cliente está comprando um sonho que ainda é um terreno. Como ele enxerga esse sonho hoje no seu stand?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Vender na planta é vender algo que não existe. Maquete e perspectivas impressas não fazem o cliente se imaginar morando lá.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Cada visita ao stand que sai sem emoção é uma unidade que vai para o concorrente. Ciclo de venda mais longo é custo financeiro.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3F0FA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385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Volkswagen"/>
          <p:cNvSpPr/>
          <p:nvPr/>
        </p:nvSpPr>
        <p:spPr>
          <a:xfrm>
            <a:off x="54864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Volkswagen</a:t>
            </a:r>
            <a:endParaRPr lang="en-US" sz="2800" dirty="0"/>
          </a:p>
        </p:txBody>
      </p:sp>
      <p:sp>
        <p:nvSpPr>
          <p:cNvPr id="5" name="Marca Globo"/>
          <p:cNvSpPr/>
          <p:nvPr/>
        </p:nvSpPr>
        <p:spPr>
          <a:xfrm>
            <a:off x="429768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Globo</a:t>
            </a:r>
            <a:endParaRPr lang="en-US" sz="2800" dirty="0"/>
          </a:p>
        </p:txBody>
      </p:sp>
      <p:sp>
        <p:nvSpPr>
          <p:cNvPr id="7" name="Marca Riachuelo"/>
          <p:cNvSpPr/>
          <p:nvPr/>
        </p:nvSpPr>
        <p:spPr>
          <a:xfrm>
            <a:off x="8046720" y="1691640"/>
            <a:ext cx="34747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6916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Riachuelo</a:t>
            </a:r>
            <a:endParaRPr lang="en-US" sz="2800" dirty="0"/>
          </a:p>
        </p:txBody>
      </p:sp>
      <p:sp>
        <p:nvSpPr>
          <p:cNvPr id="9" name="Ranking Exame círculo"/>
          <p:cNvSpPr/>
          <p:nvPr/>
        </p:nvSpPr>
        <p:spPr>
          <a:xfrm>
            <a:off x="54864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3943350"/>
            <a:ext cx="388620" cy="388620"/>
          </a:xfrm>
          <a:prstGeom prst="rect">
            <a:avLst/>
          </a:prstGeom>
        </p:spPr>
      </p:pic>
      <p:sp>
        <p:nvSpPr>
          <p:cNvPr id="11" name="Ranking Exame título"/>
          <p:cNvSpPr txBox="1"/>
          <p:nvPr/>
        </p:nvSpPr>
        <p:spPr>
          <a:xfrm>
            <a:off x="150876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2" name="Ranking Exame texto"/>
          <p:cNvSpPr txBox="1"/>
          <p:nvPr/>
        </p:nvSpPr>
        <p:spPr>
          <a:xfrm>
            <a:off x="150876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3" name="ABF Expo círculo"/>
          <p:cNvSpPr/>
          <p:nvPr/>
        </p:nvSpPr>
        <p:spPr>
          <a:xfrm>
            <a:off x="429768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4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3943350"/>
            <a:ext cx="388620" cy="388620"/>
          </a:xfrm>
          <a:prstGeom prst="rect">
            <a:avLst/>
          </a:prstGeom>
        </p:spPr>
      </p:pic>
      <p:sp>
        <p:nvSpPr>
          <p:cNvPr id="15" name="ABF Expo título"/>
          <p:cNvSpPr txBox="1"/>
          <p:nvPr/>
        </p:nvSpPr>
        <p:spPr>
          <a:xfrm>
            <a:off x="525780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16" name="ABF Expo texto"/>
          <p:cNvSpPr txBox="1"/>
          <p:nvPr/>
        </p:nvSpPr>
        <p:spPr>
          <a:xfrm>
            <a:off x="525780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17" name="NRF 2026, Nova York círculo"/>
          <p:cNvSpPr/>
          <p:nvPr/>
        </p:nvSpPr>
        <p:spPr>
          <a:xfrm>
            <a:off x="8046720" y="3749040"/>
            <a:ext cx="777240" cy="77724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8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3943350"/>
            <a:ext cx="388620" cy="388620"/>
          </a:xfrm>
          <a:prstGeom prst="rect">
            <a:avLst/>
          </a:prstGeom>
        </p:spPr>
      </p:pic>
      <p:sp>
        <p:nvSpPr>
          <p:cNvPr id="19" name="NRF 2026, Nova York título"/>
          <p:cNvSpPr txBox="1"/>
          <p:nvPr/>
        </p:nvSpPr>
        <p:spPr>
          <a:xfrm>
            <a:off x="9006840" y="374904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0" name="NRF 2026, Nova York texto"/>
          <p:cNvSpPr txBox="1"/>
          <p:nvPr/>
        </p:nvSpPr>
        <p:spPr>
          <a:xfrm>
            <a:off x="9006840" y="42062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1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6385"/>
                </a:solidFill>
              </a:rPr>
              <a:t>Substitua ou complete com logos de clientes do segmento Construtoras e Stands de Vendas.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Fazer o cliente viver o empreendimento antes de ele existir.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Visitante entra no stand, o painel abre a vista do 20º andar ao pôr do sol, depois a área de lazer com as crianças na piscina. Ele não vê uma planta; ele vê a vida dele.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Ninguém compra metro quadrado. Compra o futuro que cabe nele.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Vendas mais rápidas no lançamento; o painel acompanha os próximos empreendimentos (reaproveitamento entre stands).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Stand com padrão de alto luxo, coerente com o ticket do imóvel; tapume digital que vira mídia na obra.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Atualização de tabela, unidades disponíveis e condições em tempo real; locação para stands temporários.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Painel imersivo no stand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LED em tapume de obra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Fachada do stand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Locação para lançamentos</a:t>
            </a:r>
            <a:endParaRPr lang="en-US" sz="1500" dirty="0"/>
          </a:p>
        </p:txBody>
      </p:sp>
      <p:sp>
        <p:nvSpPr>
          <p:cNvPr id="16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7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8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Velocidade de vendas (unidades/mês)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Conversão de visita em proposta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Custo de stand por unidade vendida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Ninguém compra metro quadrado. Compra o futuro que cabe nele.</a:t>
            </a:r>
            <a:endParaRPr lang="en-US" sz="3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Vamos fazer o seu próximo lançamento ser visto antes de ser construído?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accent1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Apresentar conceito imersivo para o próximo lançamento + comparativo compra x locação.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140C2E"/>
      </a:dk1>
      <a:lt1>
        <a:srgbClr val="FFFFFF"/>
      </a:lt1>
      <a:dk2>
        <a:srgbClr val="2B1A63"/>
      </a:dk2>
      <a:lt2>
        <a:srgbClr val="F3F0FA"/>
      </a:lt2>
      <a:accent1>
        <a:srgbClr val="E0218A"/>
      </a:accent1>
      <a:accent2>
        <a:srgbClr val="4F6BFF"/>
      </a:accent2>
      <a:accent3>
        <a:srgbClr val="8B5CF6"/>
      </a:accent3>
      <a:accent4>
        <a:srgbClr val="22C3A6"/>
      </a:accent4>
      <a:accent5>
        <a:srgbClr val="FFB020"/>
      </a:accent5>
      <a:accent6>
        <a:srgbClr val="6B6385"/>
      </a:accent6>
      <a:hlink>
        <a:srgbClr val="4F6BFF"/>
      </a:hlink>
      <a:folHlink>
        <a:srgbClr val="8B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Construtoras e Stands de Vendas</dc:title>
  <dc:subject>PptxGenJS Presentation</dc:subject>
  <dc:creator>LedWave</dc:creator>
  <cp:lastModifiedBy>LedWave</cp:lastModifiedBy>
  <cp:revision>1</cp:revision>
  <dcterms:created xsi:type="dcterms:W3CDTF">2026-10-19T15:30:33Z</dcterms:created>
  <dcterms:modified xsi:type="dcterms:W3CDTF">2026-10-19T15:30:33Z</dcterms:modified>
</cp:coreProperties>
</file>