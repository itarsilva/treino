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b86fb7f-4cbf-bf12-1d8d-516ac1c16df6}">
          <p14:sldIdLst>
            <p14:sldId id="256"/>
            <p14:sldId id="257"/>
          </p14:sldIdLst>
        </p14:section>
        <p14:section name="O seu cenário" id="{7154d20b-3e60-7ebd-95db-c598c52a342b}">
          <p14:sldIdLst>
            <p14:sldId id="258"/>
          </p14:sldIdLst>
        </p14:section>
        <p14:section name="LedWave" id="{48735dce-1138-5541-884f-87e44a470991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070f5b48-5319-36cf-dc57-059134f45b34}">
          <p14:sldIdLst>
            <p14:sldId id="264"/>
            <p14:sldId id="265"/>
          </p14:sldIdLst>
        </p14:section>
        <p14:section name="Ganhos e solução" id="{33586704-d8e6-981e-8d3c-3c6f23f3fb80}">
          <p14:sldIdLst>
            <p14:sldId id="266"/>
            <p14:sldId id="267"/>
            <p14:sldId id="268"/>
          </p14:sldIdLst>
        </p14:section>
        <p14:section name="Próximo passo" id="{fdd2b57b-4384-fd41-a196-c54677b22bf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Diretor Administrativo, Diretor de Marketing, Gerente de Hotelaria Hospitalar.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unidades, fluxo diário de pacientes e tempo médio de espera?"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unidades, fluxo diário de pacientes e tempo médio de espera?
Problema: Como os pacientes avaliam a recepção? A sinalização e a chamada são claras?
Implicação: O que a ansiedade na espera faz com o NPS e as avaliações online? Quantos serviços o paciente desconhece?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Saúde (Hospitais, Clínicas e Laboratórios)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(Eficiência operacional, Experiência, Branding)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Eficiência operacional, Experiência, Branding.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"Tecnologia que cuida começa na recepção."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Ambiente de saúde tem restrições técnicas e normativas.
Resposta: Dimensionamos brilho, instalação e conteúdo para o ambiente, seguindo as normas e as orientações da equipe de engenharia clínica.
Objeção (comercial): Insegurança técnica
Resposta: Fazemos a visita técnica, mostramos a especificação certa para o seu espaço e você vê uma demonstração antes de decidir.
Objeção (comercial): Aprovação por financeiro
Resposta: Preparo um resumo de uma página com investimento, retorno e prazo, e apresento junto com você para o financeiro.
Objeção (comercial): Consumo de energia
Resposta: O LED é eficiente, e o projeto inclui ajuste automático de brilho e programação de horário. Calculamos o consumo real do seu painel na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Uma recepção que informa, acalma e divulga serviços ajudaria nas metas de satisfação e de receita?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Saúde (Hospitais, Clínicas e Laboratórios)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Saúde (Hospitais, Clínicas e Laboratórios)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Tecnologia que cuida começa na recepção.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Quanto tempo o seu paciente espera, e o que ele sente nesse tempo?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Sala de espera ansiosa, informação desencontrada e marca que precisa transmitir confiança e tecnologia.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Paciente ansioso tem percepção pior do atendimento; percepção ruim vira avaliação negativa e perda de convênio/particular.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Acolher o paciente com informação clara, reduzir a ansiedade da espera e mostrar a tecnologia que existe por trás do cuidado.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Eficiência operacional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Branding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Recepção de laboratório: chamada por senha clara, tempo estimado, conteúdo de prevenção e a apresentação dos novos exames. A mesma espera, outra experiência.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Tecnologia que cuida começa na recepção.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Divulgação de serviços e check-ups (cross-sell), patrocínio de indústria farmacêutica/saúde quando permitido.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Ambiente acolhedor e moderno, comunicação de prevenção, sinalização clara.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Chamada de pacientes e wayfinding integrados, atualização remota em todas as unidades.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 recepção e chamada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 de wayfinding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Fachada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em auditório para congressos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NPS da recepção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Percepção de tempo de espera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Vendas de check-ups divulgados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Tecnologia que cuida começa na recepção.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transformar a espera do seu paciente em cuidado?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Diagnóstico de jornada do paciente na unidade principal.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Saúde (Hospitais, Clínicas e Laboratórios)</dc:title>
  <dc:subject>PptxGenJS Presentation</dc:subject>
  <dc:creator>LedWave</dc:creator>
  <cp:lastModifiedBy>LedWave</cp:lastModifiedBy>
  <cp:revision>1</cp:revision>
  <dcterms:created xsi:type="dcterms:W3CDTF">2026-10-19T17:15:11Z</dcterms:created>
  <dcterms:modified xsi:type="dcterms:W3CDTF">2026-10-19T17:15:11Z</dcterms:modified>
</cp:coreProperties>
</file>