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2299533-66e9-d26e-4861-e04fd2679540}">
          <p14:sldIdLst>
            <p14:sldId id="256"/>
            <p14:sldId id="257"/>
          </p14:sldIdLst>
        </p14:section>
        <p14:section name="O seu cenário" id="{30f3267f-9239-d695-6e1f-afc11e9d37b2}">
          <p14:sldIdLst>
            <p14:sldId id="258"/>
          </p14:sldIdLst>
        </p14:section>
        <p14:section name="LedWave" id="{f49b9264-d32b-8919-a032-c80b0d5f19bc}">
          <p14:sldIdLst>
            <p14:sldId id="259"/>
            <p14:sldId id="260"/>
            <p14:sldId id="261"/>
            <p14:sldId id="262"/>
          </p14:sldIdLst>
        </p14:section>
        <p14:section name="Por que digitalizar" id="{1a3af8ea-7e8a-805a-bb13-e318a9ceda51}">
          <p14:sldIdLst>
            <p14:sldId id="263"/>
            <p14:sldId id="264"/>
          </p14:sldIdLst>
        </p14:section>
        <p14:section name="Ganhos e solução" id="{973c2368-d51b-4b4d-c0e5-92502a7a967f}">
          <p14:sldIdLst>
            <p14:sldId id="265"/>
            <p14:sldId id="266"/>
            <p14:sldId id="267"/>
          </p14:sldIdLst>
        </p14:section>
        <p14:section name="Próximo passo" id="{c9bc3a24-896b-4453-8f52-c9f66c9c615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Dono da rede, Diretor de Marketing, Gerente de Visual Merchandising.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 vocês têm e quantas trocas de coleção/campanha fazem por ano? Como a vitrine é produzida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 vocês têm e quantas trocas de coleção/campanha fazem por ano? Como a vitrine é produzida hoje?
Problema: O que mais atrasa ou encarece uma troca de vitrine? Já perderam uma promoção por não dar tempo de imprimir?
Implicação: Se a vitrine fica a mesma por semanas, o que acontece com o fluxo de quem passa todo dia na frente? Quanto isso pesa na venda da coleção nova?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Varejo de Moda e Vitrines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"Vitrine parada é vendedor dormindo."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Painel de LED é caro para uma loja só.
Resposta: Compare com o custo de 12 meses de impressos, instalação e mídia local. O painel substitui esses custos e ainda fica com você. Podemos montar a conta juntos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você pudesse trocar a vitrine de todas as lojas pelo celular, em minutos, o que faria diferente na próxima campanha?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Varejo de Moda e Vitrines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Varejo de Moda e Vitrines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Vitrine parada é vendedor dormindo.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Quantas pessoas passam na frente da sua loja por dia? Agora, quantas param? A diferença entre esses dois números é o tamanho da oportunidade que estamos aqui para discutir.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vitrine é estática: a coleção muda, a promoção muda, mas a fachada fala a mesma coisa por semanas. Cada troca exige gráfica, instalação e prazo.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dia com vitrine parada é fluxo de calçada que passa reto. Quem não para na vitrine não entra na loja.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Varejo de Moda e Vitrines.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Transformar a vitrine em um vendedor que trabalha 24h, chama o cliente pelo movimento e conta a história da coleção antes de ele entrar.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Antes x depois: a mesma vitrine com um banner de liquidação desbotado e, ao lado, a coleção nova em movimento, com troca de conteúdo do celular em minutos. O olho humano é programado para seguir movimento.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Vitrine parada é vendedor dormindo.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paradas na vitrine geram mais entradas na loja; promoções relâmpago (horário de almoço, fim de tarde) entram no ar na hora, sem gráfica.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marca passa a ter cara de flagship: a loja de rua ou de shopping conversa com o padrão das grandes marcas internacionais.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Fim do custo recorrente de impressão e instalação a cada coleção; gestão centralizada do conteúdo para todas as lojas da rede.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vitrine de alto brilho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transparente para fachadas de vidro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digitais internos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conteúdo em rede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Taxa de parada na vitrine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Entrada em loja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da peça anunciada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impressos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Vitrine parada é vendedor dormindo.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A coleção nova merece uma vitrine à altura. Vamos colocar a sua loja para falar com quem passa?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Agendar visita técnica para medir a vitrine e simular o conteúdo da próxima coleção no painel.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Varejo de Moda e Vitrines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