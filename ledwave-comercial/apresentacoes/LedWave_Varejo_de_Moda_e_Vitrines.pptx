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581e46b-e375-1625-0d40-326810e3f948}">
          <p14:sldIdLst>
            <p14:sldId id="256"/>
            <p14:sldId id="257"/>
          </p14:sldIdLst>
        </p14:section>
        <p14:section name="O seu cenário" id="{7131a125-28dc-510d-abdc-affc140c4289}">
          <p14:sldIdLst>
            <p14:sldId id="258"/>
          </p14:sldIdLst>
        </p14:section>
        <p14:section name="LedWave" id="{8e40f868-c8b5-53dd-eea6-cb66b9cc7dde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373e89a2-0125-f568-c362-ae507f7fa875}">
          <p14:sldIdLst>
            <p14:sldId id="264"/>
            <p14:sldId id="265"/>
          </p14:sldIdLst>
        </p14:section>
        <p14:section name="Ganhos e solução" id="{e9c67039-fdc5-0a71-157c-6c9eef96fae0}">
          <p14:sldIdLst>
            <p14:sldId id="266"/>
            <p14:sldId id="267"/>
            <p14:sldId id="268"/>
          </p14:sldIdLst>
        </p14:section>
        <p14:section name="Próximo passo" id="{0bc70b43-d6ed-d27e-d265-882dacf6150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Dono da rede, Diretor de Marketing, Gerente de Visual Merchandising.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"Quantas lojas vocês têm e quantas trocas de coleção/campanha fazem por ano? Como a vitrine é produzida hoje?"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Quantas lojas vocês têm e quantas trocas de coleção/campanha fazem por ano? Como a vitrine é produzida hoje?
Problema: O que mais atrasa ou encarece uma troca de vitrine? Já perderam uma promoção por não dar tempo de imprimir?
Implicação: Se a vitrine fica a mesma por semanas, o que acontece com o fluxo de quem passa todo dia na frente? Quanto isso pesa na venda da coleção nova?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Varejo de Moda e Vitrines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(Branding, Experiência, Trade)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Sem case mapeado do segmento: escolha o cliente com o propósito de compra mais parecido.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Branding, Experiência, Trade.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"Vitrine parada é vendedor dormindo."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Painel de LED é caro para uma loja só.
Resposta: Compare com o custo de 12 meses de impressos, instalação e mídia local. O painel substitui esses custos e ainda fica com você. Podemos montar a conta juntos agora.
Objeção (comercial): Preço
Resposta: Vamos comparar o custo total: impressos, locações e vendas perdidas de um ano contra o investimento no painel, que fica com você por muitos anos.
Objeção (comercial): Gestão de conteúdo
Resposta: Você não fica sozinho: entregamos o software, o treinamento e, se quiser, a produção e a programação do conteúdo.
Objeção (comercial): Percepção de valor
Resposta: O valor não está na tela, está no que ela gera: receita de mídia, economia de impressos, fluxo e marca. Vamos colocar esses números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você pudesse trocar a vitrine de todas as lojas pelo celular, em minutos, o que faria diferente na próxima campanha?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743200" cy="939769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14400"/>
            <a:ext cx="3904488" cy="4572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194560" cy="751815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5943600"/>
            <a:ext cx="2322576" cy="5486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1480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645920" cy="563862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97880"/>
            <a:ext cx="2514600" cy="594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960120" cy="3289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91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Varejo de Moda e Vitrines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Varejo de Moda e Vitrines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Vitrine parada é vendedor dormindo.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7360920" y="4160520"/>
            <a:ext cx="1645920" cy="164592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Quantas pessoas passam na frente da sua loja por dia? Agora, quantas param? A diferença entre esses dois números é o tamanho da oportunidade que estamos aqui para discutir.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vitrine é estática: a coleção muda, a promoção muda, mas a fachada fala a mesma coisa por semanas. Cada troca exige gráfica, instalação e prazo.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Cada dia com vitrine parada é fluxo de calçada que passa reto. Quem não para na vitrine não entra na loja.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2F3F7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Transformar a vitrine em um vendedor que trabalha 24h, chama o cliente pelo movimento e conta a história da coleção antes de ele entrar.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Branding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Experiência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11FF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Trade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Antes x depois: a mesma vitrine com um banner de liquidação desbotado e, ao lado, a coleção nova em movimento, com troca de conteúdo do celular em minutos. O olho humano é programado para seguir movimento.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Vitrine parada é vendedor dormindo.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658DFF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Mais paradas na vitrine geram mais entradas na loja; promoções relâmpago (horário de almoço, fim de tarde) entram no ar na hora, sem gráfica.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8A5CF6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marca passa a ter cara de flagship: a loja de rua ou de shopping conversa com o padrão das grandes marcas internacionais.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Fim do custo recorrente de impressão e instalação a cada coleção; gestão centralizada do conteúdo para todas as lojas da rede.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de vitrine de alto brilho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transparente para fachadas de vidro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Totens digitais internos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Gestão de conteúdo em rede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Taxa de parada na vitrine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Entrada em loja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Vendas da peça anunciada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Economia com impressos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658DFF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Vitrine parada é vendedor dormindo.</a:t>
            </a:r>
            <a:endParaRPr lang="en-US" sz="3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411480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 coleção nova merece uma vitrine à altura. Vamos colocar a sua loja para falar com quem passa?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Agendar visita técnica para medir a vitrine e simular o conteúdo da próxima coleção no painel.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3D3D3D"/>
      </a:dk1>
      <a:lt1>
        <a:srgbClr val="FFFFFF"/>
      </a:lt1>
      <a:dk2>
        <a:srgbClr val="5F5F5F"/>
      </a:dk2>
      <a:lt2>
        <a:srgbClr val="F2F3F7"/>
      </a:lt2>
      <a:accent1>
        <a:srgbClr val="E011FF"/>
      </a:accent1>
      <a:accent2>
        <a:srgbClr val="12D9FF"/>
      </a:accent2>
      <a:accent3>
        <a:srgbClr val="658DFF"/>
      </a:accent3>
      <a:accent4>
        <a:srgbClr val="8A5CF6"/>
      </a:accent4>
      <a:accent5>
        <a:srgbClr val="3EB1FE"/>
      </a:accent5>
      <a:accent6>
        <a:srgbClr val="7A7A7A"/>
      </a:accent6>
      <a:hlink>
        <a:srgbClr val="658DFF"/>
      </a:hlink>
      <a:folHlink>
        <a:srgbClr val="8A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Varejo de Moda e Vitrines</dc:title>
  <dc:subject>PptxGenJS Presentation</dc:subject>
  <dc:creator>LedWave</dc:creator>
  <cp:lastModifiedBy>LedWave</cp:lastModifiedBy>
  <cp:revision>1</cp:revision>
  <dcterms:created xsi:type="dcterms:W3CDTF">2026-10-19T18:43:11Z</dcterms:created>
  <dcterms:modified xsi:type="dcterms:W3CDTF">2026-10-19T18:43:11Z</dcterms:modified>
</cp:coreProperties>
</file>