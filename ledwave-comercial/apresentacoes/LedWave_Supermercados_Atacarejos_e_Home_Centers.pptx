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ba831b1-ee07-fd34-ae96-343c212be5d6}">
          <p14:sldIdLst>
            <p14:sldId id="256"/>
            <p14:sldId id="257"/>
          </p14:sldIdLst>
        </p14:section>
        <p14:section name="O seu cenário" id="{f9c1e823-5de8-7258-dba2-07a45c67f7b4}">
          <p14:sldIdLst>
            <p14:sldId id="258"/>
          </p14:sldIdLst>
        </p14:section>
        <p14:section name="LedWave" id="{4c8b48ca-e371-ee0a-ce73-15ff8fb6c8c2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41f37d63-3091-968c-4b9b-ad149406d1d0}">
          <p14:sldIdLst>
            <p14:sldId id="264"/>
            <p14:sldId id="265"/>
          </p14:sldIdLst>
        </p14:section>
        <p14:section name="Ganhos e solução" id="{a583af56-6c7d-c8e1-4a7b-d38176b7e6b7}">
          <p14:sldIdLst>
            <p14:sldId id="266"/>
            <p14:sldId id="267"/>
            <p14:sldId id="268"/>
          </p14:sldIdLst>
        </p14:section>
        <p14:section name="Próximo passo" id="{0dbe51f9-bdb8-4ab5-57ea-21e5003f0ac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Diretor Comercial, Diretor de Trade Marketing, Gerente de Marketing, Operações.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"Quantas lojas e checkouts? Como as ofertas são comunicadas hoje? A indústria investe em trade nas suas lojas?"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Quantas lojas e checkouts? Como as ofertas são comunicadas hoje? A indústria investe em trade nas suas lojas?
Problema: Quanto tempo leva para uma oferta sair do comercial e chegar à gôndola? O fornecedor pede comprovação de exposição?
Implicação: Quanto de verba de trade vira papel que ninguém mede? Quanto você deixa de faturar por não vender mídia dentro da loja?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Supermercados, Atacarejos e Home Centers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(Retail media, Trade, Eficiência operacional)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Cases do segmento (em destaque): Nordestão. Conte o de maior afinidade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Retail media, Trade, Eficiência operacional.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"Sua loja já tem audiência. Falta transformar audiência em receita."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Não tenho equipe para gerenciar conteúdo e vender mídia.
Resposta: Por isso a LedWave entrega a solução completa: tela, gestão de conteúdo e modelo de negócio. Você cuida da loja, nós ajudamos a operar a mídia.
Objeção (comercial): Gestão de conteúdo
Resposta: Você não fica sozinho: entregamos o software, o treinamento e, se quiser, a produção e a programação do conteúdo.
Objeção (comercial): Aprovação por financeiro
Resposta: Preparo um resumo de uma página com investimento, retorno e prazo, e apresento junto com você para o financeiro.
Objeção (comercial): Momento financeiro
Resposta: Podemos começar por um piloto ou pela locação, que vira despesa mensal em vez de investimento, e crescer por fases.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as telas fossem pagas pela indústria e ainda gerassem receita, quantas lojas você colocaria no piloto?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Supermercados, Atacarejos e Home Centers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Supermercados, Atacarejos e Home Centers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Sua loja já tem audiência. Falta transformar audiência em receita.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 80% a 90% das vendas do varejo ainda acontecem na loja física, por que quase toda a verba de mídia está fora dela?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Oferta muda todo dia, cartaz de papel não acompanha. O trade da indústria paga por espaço, mas o impresso não mede nada e envelhece rápido.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varejista deixa de vender mídia dentro da própria loja, enquanto o retail media cresce no Brasil (R$ 4,8 bi em 2025, +37%, IAB Brasil/Kantar).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Nordestão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5" name="Marca Rosewood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7" name="Marca Beto Carrero Worl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9" name="Marca Museu do Amanhã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Transformar a loja em canal de mídia: a tela deixa de ser custo e passa a gerar receita com as marcas que já estão nas gôndolas.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Retail media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Trade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Eficiência operacional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Referência Walmart Connect: a loja virou canal de mídia e a publicidade virou uma linha de receita bilionária. A lição é simples: a loja física também é mídia, e mídia gera receita.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Sua loja já tem audiência. Falta transformar audiência em receita.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Retail media: venda de espaço nas telas para a indústria, com margem potencial de 70% a 90% (McKinsey). A tela se paga com a verba de trade.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Ofertas e receitas em movimento no momento da decisão; comunicação mais moderna que a da concorrência no mesmo bairro.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Troca de preços e ofertas em tempo real por loja, sem impressão, sem retrabalho, com prova de veiculação para o fornecedor.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Telas de checkout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Ponta de gôndola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de entrada e fachada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Retail media com gestão de conteúdo e relatório de veiculação (parceria WeOOH a validar)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Receita de mídia por loja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Sell-out do produto anunciado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Economia com impressos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Tempo de troca de oferta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Case: Nordestão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Sua loja já tem audiência. Falta transformar audiência em receita.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A pergunta não é se o seu PDV vai virar mídia. É quem vai fazer isso primeiro na sua praça.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Workshop de 1h para desenhar o piloto de retail media em 1 a 3 lojas.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Supermercados, Atacarejos e Home Centers</dc:title>
  <dc:subject>PptxGenJS Presentation</dc:subject>
  <dc:creator>LedWave</dc:creator>
  <cp:lastModifiedBy>LedWave</cp:lastModifiedBy>
  <cp:revision>1</cp:revision>
  <dcterms:created xsi:type="dcterms:W3CDTF">2026-10-19T17:15:10Z</dcterms:created>
  <dcterms:modified xsi:type="dcterms:W3CDTF">2026-10-19T17:15:10Z</dcterms:modified>
</cp:coreProperties>
</file>