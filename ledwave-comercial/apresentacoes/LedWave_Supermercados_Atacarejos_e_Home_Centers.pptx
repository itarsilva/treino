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3d54ff9-1023-242b-8ec2-d72500e84f1c}">
          <p14:sldIdLst>
            <p14:sldId id="256"/>
            <p14:sldId id="257"/>
          </p14:sldIdLst>
        </p14:section>
        <p14:section name="O seu cenário" id="{78a086e4-aa11-8323-7d44-2d71a7ae1405}">
          <p14:sldIdLst>
            <p14:sldId id="258"/>
          </p14:sldIdLst>
        </p14:section>
        <p14:section name="LedWave" id="{c84c7db8-48d0-bf47-c31e-a759ade92770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f6009c23-d723-00e2-58b9-38205b8c78f2}">
          <p14:sldIdLst>
            <p14:sldId id="264"/>
            <p14:sldId id="265"/>
          </p14:sldIdLst>
        </p14:section>
        <p14:section name="Ganhos e solução" id="{9bc4a48c-66c1-a9a4-1e75-d41ec7b84fd1}">
          <p14:sldIdLst>
            <p14:sldId id="266"/>
            <p14:sldId id="267"/>
            <p14:sldId id="268"/>
          </p14:sldIdLst>
        </p14:section>
        <p14:section name="Próximo passo" id="{99c1f993-ca66-3550-4911-cbc10538ec1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Comercial, Diretor de Trade Marketing, Gerente de Marketing, Operações.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e checkouts? Como as ofertas são comunicadas hoje? A indústria investe em trade nas suas lojas?"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e checkouts? Como as ofertas são comunicadas hoje? A indústria investe em trade nas suas lojas?
Problema: Quanto tempo leva para uma oferta sair do comercial e chegar à gôndola? O fornecedor pede comprovação de exposição?
Implicação: Quanto de verba de trade vira papel que ninguém mede? Quanto você deixa de faturar por não vender mídia dentro da loja?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Supermercados, Atacarejos e Home Centers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(Retail media, Trade, Eficiência operacional)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Cases do segmento (em destaque): Nordestão. Conte o de maior afinidade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Retail media, Trade, Eficiência operacional.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"Sua loja já tem audiência. Falta transformar audiência em receita."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Não tenho equipe para gerenciar conteúdo e vender mídia.
Resposta: Por isso a LedWave entrega a solução completa: tela, gestão de conteúdo e modelo de negócio. Você cuida da loja, nós ajudamos a operar a mídia.
Objeção (comercial): Gestão de conteúdo
Resposta: Você não fica sozinho: entregamos o software, o treinamento e, se quiser, a produção e a programação do conteúdo.
Objeção (comercial): Aprovação por financeiro
Resposta: Preparo um resumo de uma página com investimento, retorno e prazo, e apresento junto com você para o financeiro.
Objeção (comercial): Momento financeiro
Resposta: Podemos começar por um piloto ou pela locação, que vira despesa mensal em vez de investimento, e crescer por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as telas fossem pagas pela indústria e ainda gerassem receita, quantas lojas você colocaria no piloto?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Supermercados, Atacarejos e Home Centers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Supermercados, Atacarejos e Home Centers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Sua loja já tem audiência. Falta transformar audiência em receita.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 80% a 90% das vendas do varejo ainda acontecem na loja física, por que quase toda a verba de mídia está fora dela?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Oferta muda todo dia, cartaz de papel não acompanha. O trade da indústria paga por espaço, mas o impresso não mede nada e envelhece rápido.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varejista deixa de vender mídia dentro da própria loja, enquanto o retail media cresce no Brasil (R$ 4,8 bi em 2025, +37%, IAB Brasil/Kantar).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Transformar a loja em canal de mídia: a tela deixa de ser custo e passa a gerar receita com as marcas que já estão nas gôndolas.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Retail media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Trade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Referência Walmart Connect: a loja virou canal de mídia e a publicidade virou uma linha de receita bilionária. A lição é simples: a loja física também é mídia, e mídia gera receita.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Sua loja já tem audiência. Falta transformar audiência em receita.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Retail media: venda de espaço nas telas para a indústria, com margem potencial de 70% a 90% (McKinsey). A tela se paga com a verba de trade.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Ofertas e receitas em movimento no momento da decisão; comunicação mais moderna que a da concorrência no mesmo bairro.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Troca de preços e ofertas em tempo real por loja, sem impressão, sem retrabalho, com prova de veiculação para o fornecedor.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de checkout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Ponta de gôndola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entrada e fachada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Retail media com gestão de conteúdo e relatório de veiculação (parceria WeOOH a validar)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por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Sell-out do produto anunciado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troca de oferta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Case: Nordestão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Sua loja já tem audiência. Falta transformar audiência em receita.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A pergunta não é se o seu PDV vai virar mídia. É quem vai fazer isso primeiro na sua praça.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Workshop de 1h para desenhar o piloto de retail media em 1 a 3 lojas.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Supermercados, Atacarejos e Home Centers</dc:title>
  <dc:subject>PptxGenJS Presentation</dc:subject>
  <dc:creator>LedWave</dc:creator>
  <cp:lastModifiedBy>LedWave</cp:lastModifiedBy>
  <cp:revision>1</cp:revision>
  <dcterms:created xsi:type="dcterms:W3CDTF">2026-10-19T18:43:11Z</dcterms:created>
  <dcterms:modified xsi:type="dcterms:W3CDTF">2026-10-19T18:43:11Z</dcterms:modified>
</cp:coreProperties>
</file>