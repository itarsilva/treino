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728776d-cf49-4436-e1e8-f60d3227347d}">
          <p14:sldIdLst>
            <p14:sldId id="256"/>
            <p14:sldId id="257"/>
          </p14:sldIdLst>
        </p14:section>
        <p14:section name="O seu cenário" id="{cb8927dd-83a2-ad90-8597-d43ebcb22a98}">
          <p14:sldIdLst>
            <p14:sldId id="258"/>
          </p14:sldIdLst>
        </p14:section>
        <p14:section name="LedWave" id="{a554405f-1244-4f65-9d5d-aa2c5aa7a958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a380ad2b-fa86-a770-17c0-b26333ff3392}">
          <p14:sldIdLst>
            <p14:sldId id="264"/>
            <p14:sldId id="265"/>
          </p14:sldIdLst>
        </p14:section>
        <p14:section name="Ganhos e solução" id="{2ecf105d-1b15-2e7a-ec34-495a33e29ed9}">
          <p14:sldIdLst>
            <p14:sldId id="266"/>
            <p14:sldId id="267"/>
            <p14:sldId id="268"/>
          </p14:sldIdLst>
        </p14:section>
        <p14:section name="Próximo passo" id="{b2cf1b8e-8d4a-f3b7-ad06-ffecac88e8c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Gerente Geral, Diretor Comercial/Eventos, Presidente de clube, Diretor de Lazer.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eventos por mês, quais espaços, quanto gastam ou repassam em locação de telão?"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eventos por mês, quais espaços, quanto gastam ou repassam em locação de telão?
Problema: Já perderam eventos para concorrentes com melhor estrutura? A área de lazer tem programação noturna?
Implicação: Quanto somam as locações no ano? Quanto vale um evento corporativo perdido?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Hotéis, Parques, Clubes e Piscinas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(Entretenimento, Experiência, Status)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Cases do segmento (em destaque): Beto Carrero World, Rosewood, Animalia. Conte o de maior afinidade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Entretenimento, Experiência, Status.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"Espaço sem experiência é só metro quadrado."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Já alugamos telão quando há evento.
Resposta: Somando as locações de um ano, o painel próprio costuma se pagar rápido, e ainda vira diferencial de venda do seu espaço. Vamos fazer essa conta com os seus números?
Objeção (comercial): Consumo de energia
Resposta: O LED é eficiente, e o projeto inclui ajuste automático de brilho e programação de horário. Calculamos o consumo real do seu painel na proposta.
Objeção (comercial): Manutenção
Resposta: Temos equipe técnica e estoque de peças próprios, e oferecemos contrato de manutenção preventiva.
Objeção (comercial): Momento financeiro
Resposta: Podemos começar por um piloto ou pela locação, que vira despesa mensal em vez de investimento, e crescer por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estrutura fixa que vira diferencial de venda e gera novos produtos de lazer faria sentido no plano do ano?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Hotéis, Parques, Clubes e Piscinas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Hotéis, Parques, Clubes e Piscinas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Espaço sem experiência é só metro quadrado.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Quando uma empresa escolhe onde fazer a convenção anual, o que faz ela escolher o seu espaço e não o do concorrente?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Disputa por eventos corporativos e sociais, áreas de lazer sem experiência diferenciada e comunicação com hóspedes/associados dispersa.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evento corporativo vai para o concorrente que tem estrutura pronta; o associado/hóspede não percebe o valor do que paga.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Beto Carrero World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Animalia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Animalia</a:t>
            </a:r>
            <a:endParaRPr lang="en-US" sz="2200" dirty="0"/>
          </a:p>
        </p:txBody>
      </p:sp>
      <p:sp>
        <p:nvSpPr>
          <p:cNvPr id="9" name="Marca Nordestão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11" name="Marca Museu do Amanhã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Transformar espaços em experiências: eventos mais fortes, lazer memorável e comunicação que encanta.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Piscina com painel à noite: cinema ao ar livre, jogo da Seleção, festa temática. O mesmo espaço vira três produtos diferentes na mesma semana.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Espaço sem experiência é só metro quadrado.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Locação de salões com estrutura de LED inclusa (valor agregado ao pacote), eventos temáticos que geram receita extra, patrocínio.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Experiências únicas na área de lazer, wayfinding e boas-vindas personalizadas.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Estrutura fixa elimina locação a cada evento; painéis outdoor resistentes para áreas abertas.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fixos para salões de eventos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outdoor para piscinas e áreas abertas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de comunicação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Telões para jogos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Taxa de ocupação de salões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por evento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Satisfação de hóspedes/associados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locação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Case: Beto Carrero World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Espaço sem experiência é só metro quadrado.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transformar o seu espaço no lugar que todo mundo quer reservar?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Levantamento de eventos dos últimos 12 meses para cálculo de compra x locação.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Hotéis, Parques, Clubes e Piscinas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