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e897ffe-bd58-d0a8-8bd5-e6f85310aa1a}">
          <p14:sldIdLst>
            <p14:sldId id="256"/>
            <p14:sldId id="257"/>
          </p14:sldIdLst>
        </p14:section>
        <p14:section name="O seu cenário" id="{c9f9a99f-25fb-a305-dc7f-1efa65551217}">
          <p14:sldIdLst>
            <p14:sldId id="258"/>
          </p14:sldIdLst>
        </p14:section>
        <p14:section name="LedWave" id="{de1ac2b0-a41e-ecdf-8352-c25aa890c087}">
          <p14:sldIdLst>
            <p14:sldId id="259"/>
            <p14:sldId id="260"/>
            <p14:sldId id="261"/>
            <p14:sldId id="262"/>
          </p14:sldIdLst>
        </p14:section>
        <p14:section name="Por que digitalizar" id="{9935f9a4-0400-96d2-fd39-6daa0e0bbe9e}">
          <p14:sldIdLst>
            <p14:sldId id="263"/>
            <p14:sldId id="264"/>
          </p14:sldIdLst>
        </p14:section>
        <p14:section name="Ganhos e solução" id="{525438c2-370f-81b2-d4c6-903dfc7dba45}">
          <p14:sldIdLst>
            <p14:sldId id="265"/>
            <p14:sldId id="266"/>
            <p14:sldId id="267"/>
          </p14:sldIdLst>
        </p14:section>
        <p14:section name="Próximo passo" id="{5960c8ca-d2e0-173c-c321-fb04f443eb1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Gerente Geral, Diretor Comercial/Eventos, Presidente de clube, Diretor de Lazer.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"Quantos eventos por mês, quais espaços, quanto gastam ou repassam em locação de telão?"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Quantos eventos por mês, quais espaços, quanto gastam ou repassam em locação de telão?
Problema: Já perderam eventos para concorrentes com melhor estrutura? A área de lazer tem programação noturna?
Implicação: Quanto somam as locações no ano? Quanto vale um evento corporativo perdido?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Hotéis, Parques, Clubes e Piscinas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 houver cliente do mesmo segmento, troque um dos nomes por ele e conte o resultado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"Espaço sem experiência é só metro quadrado."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Já alugamos telão quando há evento.
Resposta: Somando as locações de um ano, o painel próprio costuma se pagar rápido, e ainda vira diferencial de venda do seu espaço. Vamos fazer essa conta com os seus números?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Uma estrutura fixa que vira diferencial de venda e gera novos produtos de lazer faria sentido no plano do ano?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Hotéis, Parques, Clubes e Piscinas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Hotéis, Parques, Clubes e Piscinas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Espaço sem experiência é só metro quadrado.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Quando uma empresa escolhe onde fazer a convenção anual, o que faz ela escolher o seu espaço e não o do concorrente?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Disputa por eventos corporativos e sociais, áreas de lazer sem experiência diferenciada e comunicação com hóspedes/associados dispersa.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evento corporativo vai para o concorrente que tem estrutura pronta; o associado/hóspede não percebe o valor do que paga.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Volkswagen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Volkswagen</a:t>
            </a:r>
            <a:endParaRPr lang="en-US" sz="2800" dirty="0"/>
          </a:p>
        </p:txBody>
      </p:sp>
      <p:sp>
        <p:nvSpPr>
          <p:cNvPr id="5" name="Marca Globo"/>
          <p:cNvSpPr/>
          <p:nvPr/>
        </p:nvSpPr>
        <p:spPr>
          <a:xfrm>
            <a:off x="429768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Globo</a:t>
            </a:r>
            <a:endParaRPr lang="en-US" sz="2800" dirty="0"/>
          </a:p>
        </p:txBody>
      </p:sp>
      <p:sp>
        <p:nvSpPr>
          <p:cNvPr id="7" name="Marca Riachuelo"/>
          <p:cNvSpPr/>
          <p:nvPr/>
        </p:nvSpPr>
        <p:spPr>
          <a:xfrm>
            <a:off x="804672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Riachuelo</a:t>
            </a:r>
            <a:endParaRPr lang="en-US" sz="2800" dirty="0"/>
          </a:p>
        </p:txBody>
      </p:sp>
      <p:sp>
        <p:nvSpPr>
          <p:cNvPr id="9" name="Ranking Exame círculo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3943350"/>
            <a:ext cx="388620" cy="388620"/>
          </a:xfrm>
          <a:prstGeom prst="rect">
            <a:avLst/>
          </a:prstGeom>
        </p:spPr>
      </p:pic>
      <p:sp>
        <p:nvSpPr>
          <p:cNvPr id="11" name="Ranking Exame título"/>
          <p:cNvSpPr txBox="1"/>
          <p:nvPr/>
        </p:nvSpPr>
        <p:spPr>
          <a:xfrm>
            <a:off x="150876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2" name="Ranking Exame texto"/>
          <p:cNvSpPr txBox="1"/>
          <p:nvPr/>
        </p:nvSpPr>
        <p:spPr>
          <a:xfrm>
            <a:off x="150876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3" name="ABF Expo círculo"/>
          <p:cNvSpPr/>
          <p:nvPr/>
        </p:nvSpPr>
        <p:spPr>
          <a:xfrm>
            <a:off x="429768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4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3943350"/>
            <a:ext cx="388620" cy="388620"/>
          </a:xfrm>
          <a:prstGeom prst="rect">
            <a:avLst/>
          </a:prstGeom>
        </p:spPr>
      </p:pic>
      <p:sp>
        <p:nvSpPr>
          <p:cNvPr id="15" name="ABF Expo título"/>
          <p:cNvSpPr txBox="1"/>
          <p:nvPr/>
        </p:nvSpPr>
        <p:spPr>
          <a:xfrm>
            <a:off x="5257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16" name="ABF Expo texto"/>
          <p:cNvSpPr txBox="1"/>
          <p:nvPr/>
        </p:nvSpPr>
        <p:spPr>
          <a:xfrm>
            <a:off x="525780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17" name="NRF 2026, Nova York círculo"/>
          <p:cNvSpPr/>
          <p:nvPr/>
        </p:nvSpPr>
        <p:spPr>
          <a:xfrm>
            <a:off x="804672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8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3943350"/>
            <a:ext cx="388620" cy="388620"/>
          </a:xfrm>
          <a:prstGeom prst="rect">
            <a:avLst/>
          </a:prstGeom>
        </p:spPr>
      </p:pic>
      <p:sp>
        <p:nvSpPr>
          <p:cNvPr id="19" name="NRF 2026, Nova York título"/>
          <p:cNvSpPr txBox="1"/>
          <p:nvPr/>
        </p:nvSpPr>
        <p:spPr>
          <a:xfrm>
            <a:off x="90068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0" name="NRF 2026, Nova York texto"/>
          <p:cNvSpPr txBox="1"/>
          <p:nvPr/>
        </p:nvSpPr>
        <p:spPr>
          <a:xfrm>
            <a:off x="900684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1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Substitua ou complete com logos de clientes do segmento Hotéis, Parques, Clubes e Piscinas.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Transformar espaços em experiências: eventos mais fortes, lazer memorável e comunicação que encanta.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Piscina com painel à noite: cinema ao ar livre, jogo da Seleção, festa temática. O mesmo espaço vira três produtos diferentes na mesma semana.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Espaço sem experiência é só metro quadrado.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Locação de salões com estrutura de LED inclusa (valor agregado ao pacote), eventos temáticos que geram receita extra, patrocínio.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Experiências únicas na área de lazer, wayfinding e boas-vindas personalizadas.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Estrutura fixa elimina locação a cada evento; painéis outdoor resistentes para áreas abertas.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fixos para salões de eventos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outdoor para piscinas e áreas abertas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Totens de comunicação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Telões para jogos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Taxa de ocupação de salões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Receita por evento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Satisfação de hóspedes/associados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Economia com locação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Espaço sem experiência é só metro quadrado.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transformar o seu espaço no lugar que todo mundo quer reservar?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Levantamento de eventos dos últimos 12 meses para cálculo de compra x locação.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Hotéis, Parques, Clubes e Piscinas</dc:title>
  <dc:subject>PptxGenJS Presentation</dc:subject>
  <dc:creator>LedWave</dc:creator>
  <cp:lastModifiedBy>LedWave</cp:lastModifiedBy>
  <cp:revision>1</cp:revision>
  <dcterms:created xsi:type="dcterms:W3CDTF">2026-10-19T15:30:33Z</dcterms:created>
  <dcterms:modified xsi:type="dcterms:W3CDTF">2026-10-19T15:30:33Z</dcterms:modified>
</cp:coreProperties>
</file>