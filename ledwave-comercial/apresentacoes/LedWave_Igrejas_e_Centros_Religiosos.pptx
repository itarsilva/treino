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f3f28d8-1315-fae9-c7cd-09ad3416ddee}">
          <p14:sldIdLst>
            <p14:sldId id="256"/>
            <p14:sldId id="257"/>
          </p14:sldIdLst>
        </p14:section>
        <p14:section name="O seu cenário" id="{a85ebec9-19c3-28ad-ea43-16a83a937a53}">
          <p14:sldIdLst>
            <p14:sldId id="258"/>
          </p14:sldIdLst>
        </p14:section>
        <p14:section name="LedWave" id="{d3b80ed8-e1b9-ddd7-fd2b-8fc6ef23434c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17365635-f8ab-3bbc-c35b-3ab7b19a6d9a}">
          <p14:sldIdLst>
            <p14:sldId id="264"/>
            <p14:sldId id="265"/>
          </p14:sldIdLst>
        </p14:section>
        <p14:section name="Ganhos e solução" id="{5a1e793a-5eea-b09c-6a4f-9171f1b09e78}">
          <p14:sldIdLst>
            <p14:sldId id="266"/>
            <p14:sldId id="267"/>
            <p14:sldId id="268"/>
          </p14:sldIdLst>
        </p14:section>
        <p14:section name="Próximo passo" id="{2e75ee3a-3c49-9436-e352-57993aa7516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Pastor/Padre responsável, Conselho/Diretoria, Ministério de Mídia e Louvor.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"Qual a capacidade do templo e a distância do palco ao último banco? Vocês transmitem online? Usam projetor?"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Qual a capacidade do templo e a distância do palco ao último banco? Vocês transmitem online? Usam projetor?
Problema: Quem está no fundo consegue ler as letras e ver o pregador? A transmissão tem a qualidade que vocês gostariam?
Implicação: Quando as pessoas não enxergam bem, o que acontece com a participação no louvor e na mensagem? E com a audiência online?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Igrejas e Centros Religiosos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(Insumo de trabalho, Experiência, Entretenimento)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Insumo de trabalho, Experiência, Entretenimento.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"A mensagem merece ser vista por todos, do altar ao último banco."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Precisamos aprovar com a comunidade / fazer campanha de arrecadação.
Resposta: Preparamos material para a apresentação ao conselho e à comunidade, com simulação do templo, e opções de parcelamento compatíveis com campanhas.
Objeção (comercial): Forma de pagamento
Resposta: Temos opções: à vista, parcelado, financiamento e locação. Montamos a que cabe no seu fluxo de caixa.
Objeção (comercial): Insegurança técnica
Resposta: Fazemos a visita técnica, mostramos a especificação certa para o seu espaço e você vê uma demonstração antes de decidir.
Objeção (comercial): Aprovação por financeiro
Resposta: Preparo um resumo de uma página com investimento, retorno e prazo, e apresento junto com você para o financeiro.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toda a comunidade, presente e online, visse a mensagem com clareza, como isso fortaleceria o ministério?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Igrejas e Centros Religiosos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Igrejas e Centros Religiosos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mensagem merece ser vista por todos, do altar ao último banco.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Quem está no último banco da sua igreja vê o culto com a mesma clareza de quem está na primeira fila?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mensagem precisa alcançar todos, do primeiro ao último banco e também quem assiste online. Projetores perdem brilho, letra de louvor não se lê, e a transmissão fica pobre.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Quem não enxerga e não escuta se desconecta. A nova geração está acostumada com telas de alta qualidade e compara.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Levar a mensagem com clareza a cada pessoa, presente ou online, e criar um ambiente de acolhimento e celebração.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Insumo de trabalho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mesmo culto com projetor (imagem lavada, luz acesa atrapalhando) e com painel de LED (letra nítida, imagem do pregador ampliada, transmissão bonita). A mensagem é a mesma; o alcance muda.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A mensagem merece ser vista por todos, do altar ao último banco.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engajamento e permanência dos membros, eventos e conferências que atraem visitantes, transmissão de melhor qualidade que amplia o alcance.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Louvor com letras legíveis, imagem ampliada do pregador, cenografia para datas especiais (Páscoa, Natal, conferências).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depende de escurecer o templo, sem troca de lâmpadas de projetor, vida útil longa, suporte técnico.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LED de palco (indoor, pixel pitch conforme distância)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laterais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Telão para eventos (locação)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para comunicação com a comunidade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Legibilidade/visibilidade em todos os assentos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Audiência online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Participação em eventos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mensagem merece ser vista por todos, do altar ao último banco.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levar a sua mensagem com a clareza que ela merece?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Visita técnica ao templo para medir distâncias e simular o painel ideal.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Igrejas e Centros Religiosos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