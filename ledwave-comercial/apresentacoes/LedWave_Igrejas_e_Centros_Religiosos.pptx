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6ee861c-c886-7c76-3312-57b0e561e469}">
          <p14:sldIdLst>
            <p14:sldId id="256"/>
            <p14:sldId id="257"/>
          </p14:sldIdLst>
        </p14:section>
        <p14:section name="O seu cenário" id="{a8bacc09-5fff-ec36-a044-e1cbfe1353f3}">
          <p14:sldIdLst>
            <p14:sldId id="258"/>
          </p14:sldIdLst>
        </p14:section>
        <p14:section name="LedWave" id="{da9f08a5-f34c-8b51-39db-8e212d0bd59d}">
          <p14:sldIdLst>
            <p14:sldId id="259"/>
            <p14:sldId id="260"/>
            <p14:sldId id="261"/>
            <p14:sldId id="262"/>
          </p14:sldIdLst>
        </p14:section>
        <p14:section name="Por que digitalizar" id="{137ec659-f552-e896-fb71-2869bd0aff8a}">
          <p14:sldIdLst>
            <p14:sldId id="263"/>
            <p14:sldId id="264"/>
          </p14:sldIdLst>
        </p14:section>
        <p14:section name="Ganhos e solução" id="{215c900d-26c1-1f89-8788-e680edd67dc5}">
          <p14:sldIdLst>
            <p14:sldId id="265"/>
            <p14:sldId id="266"/>
            <p14:sldId id="267"/>
          </p14:sldIdLst>
        </p14:section>
        <p14:section name="Próximo passo" id="{db178994-e60c-8618-2292-831b5810d5e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Pastor/Padre responsável, Conselho/Diretoria, Ministério de Mídia e Louvor.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"Qual a capacidade do templo e a distância do palco ao último banco? Vocês transmitem online? Usam projetor?"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Qual a capacidade do templo e a distância do palco ao último banco? Vocês transmitem online? Usam projetor?
Problema: Quem está no fundo consegue ler as letras e ver o pregador? A transmissão tem a qualidade que vocês gostariam?
Implicação: Quando as pessoas não enxergam bem, o que acontece com a participação no louvor e na mensagem? E com a audiência online?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Igrejas e Centros Religiosos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 houver cliente do mesmo segmento, troque um dos nomes por ele e conte o resultado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"A mensagem merece ser vista por todos, do altar ao último banco."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Precisamos aprovar com a comunidade / fazer campanha de arrecadação.
Resposta: Preparamos material para a apresentação ao conselho e à comunidade, com simulação do templo, e opções de parcelamento compatíveis com campanhas.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toda a comunidade, presente e online, visse a mensagem com clareza, como isso fortaleceria o ministério?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Igrejas e Centros Religiosos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Igrejas e Centros Religiosos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A mensagem merece ser vista por todos, do altar ao último banco.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Quem está no último banco da sua igreja vê o culto com a mesma clareza de quem está na primeira fila?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mensagem precisa alcançar todos, do primeiro ao último banco e também quem assiste online. Projetores perdem brilho, letra de louvor não se lê, e a transmissão fica pobre.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Quem não enxerga e não escuta se desconecta. A nova geração está acostumada com telas de alta qualidade e compara.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Volkswagen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Volkswagen</a:t>
            </a:r>
            <a:endParaRPr lang="en-US" sz="2800" dirty="0"/>
          </a:p>
        </p:txBody>
      </p:sp>
      <p:sp>
        <p:nvSpPr>
          <p:cNvPr id="5" name="Marca Globo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Globo</a:t>
            </a:r>
            <a:endParaRPr lang="en-US" sz="2800" dirty="0"/>
          </a:p>
        </p:txBody>
      </p:sp>
      <p:sp>
        <p:nvSpPr>
          <p:cNvPr id="7" name="Marca Riachuelo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Riachuelo</a:t>
            </a:r>
            <a:endParaRPr lang="en-US" sz="2800" dirty="0"/>
          </a:p>
        </p:txBody>
      </p:sp>
      <p:sp>
        <p:nvSpPr>
          <p:cNvPr id="9" name="Ranking Exame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3943350"/>
            <a:ext cx="388620" cy="388620"/>
          </a:xfrm>
          <a:prstGeom prst="rect">
            <a:avLst/>
          </a:prstGeom>
        </p:spPr>
      </p:pic>
      <p:sp>
        <p:nvSpPr>
          <p:cNvPr id="11" name="Ranking Exame título"/>
          <p:cNvSpPr txBox="1"/>
          <p:nvPr/>
        </p:nvSpPr>
        <p:spPr>
          <a:xfrm>
            <a:off x="150876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2" name="Ranking Exame texto"/>
          <p:cNvSpPr txBox="1"/>
          <p:nvPr/>
        </p:nvSpPr>
        <p:spPr>
          <a:xfrm>
            <a:off x="150876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3" name="ABF Expo círculo"/>
          <p:cNvSpPr/>
          <p:nvPr/>
        </p:nvSpPr>
        <p:spPr>
          <a:xfrm>
            <a:off x="429768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4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3943350"/>
            <a:ext cx="388620" cy="388620"/>
          </a:xfrm>
          <a:prstGeom prst="rect">
            <a:avLst/>
          </a:prstGeom>
        </p:spPr>
      </p:pic>
      <p:sp>
        <p:nvSpPr>
          <p:cNvPr id="15" name="ABF Expo título"/>
          <p:cNvSpPr txBox="1"/>
          <p:nvPr/>
        </p:nvSpPr>
        <p:spPr>
          <a:xfrm>
            <a:off x="5257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16" name="ABF Expo texto"/>
          <p:cNvSpPr txBox="1"/>
          <p:nvPr/>
        </p:nvSpPr>
        <p:spPr>
          <a:xfrm>
            <a:off x="52578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17" name="NRF 2026, Nova York círculo"/>
          <p:cNvSpPr/>
          <p:nvPr/>
        </p:nvSpPr>
        <p:spPr>
          <a:xfrm>
            <a:off x="804672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8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3943350"/>
            <a:ext cx="388620" cy="388620"/>
          </a:xfrm>
          <a:prstGeom prst="rect">
            <a:avLst/>
          </a:prstGeom>
        </p:spPr>
      </p:pic>
      <p:sp>
        <p:nvSpPr>
          <p:cNvPr id="19" name="NRF 2026, Nova York título"/>
          <p:cNvSpPr txBox="1"/>
          <p:nvPr/>
        </p:nvSpPr>
        <p:spPr>
          <a:xfrm>
            <a:off x="90068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0" name="NRF 2026, Nova York texto"/>
          <p:cNvSpPr txBox="1"/>
          <p:nvPr/>
        </p:nvSpPr>
        <p:spPr>
          <a:xfrm>
            <a:off x="90068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1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Substitua ou complete com logos de clientes do segmento Igrejas e Centros Religiosos.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Levar a mensagem com clareza a cada pessoa, presente ou online, e criar um ambiente de acolhimento e celebração.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mesmo culto com projetor (imagem lavada, luz acesa atrapalhando) e com painel de LED (letra nítida, imagem do pregador ampliada, transmissão bonita). A mensagem é a mesma; o alcance muda.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A mensagem merece ser vista por todos, do altar ao último banco.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Mais engajamento e permanência dos membros, eventos e conferências que atraem visitantes, transmissão de melhor qualidade que amplia o alcance.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Louvor com letras legíveis, imagem ampliada do pregador, cenografia para datas especiais (Páscoa, Natal, conferências).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depende de escurecer o templo, sem troca de lâmpadas de projetor, vida útil longa, suporte técnico.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LED de palco (indoor, pixel pitch conforme distância)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laterais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Telão para eventos (locação)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Fachada para comunicação com a comunidade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Legibilidade/visibilidade em todos os assentos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Audiência online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Participação em eventos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mensagem merece ser vista por todos, do altar ao último banco.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levar a sua mensagem com a clareza que ela merece?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Visita técnica ao templo para medir distâncias e simular o painel ideal.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Igrejas e Centros Religiosos</dc:title>
  <dc:subject>PptxGenJS Presentation</dc:subject>
  <dc:creator>LedWave</dc:creator>
  <cp:lastModifiedBy>LedWave</cp:lastModifiedBy>
  <cp:revision>1</cp:revision>
  <dcterms:created xsi:type="dcterms:W3CDTF">2026-10-19T15:30:33Z</dcterms:created>
  <dcterms:modified xsi:type="dcterms:W3CDTF">2026-10-19T15:30:33Z</dcterms:modified>
</cp:coreProperties>
</file>