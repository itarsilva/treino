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4a2963ef-37ed-340f-8dd9-e0489cadf583}">
          <p14:sldIdLst>
            <p14:sldId id="256"/>
            <p14:sldId id="257"/>
          </p14:sldIdLst>
        </p14:section>
        <p14:section name="O seu cenário" id="{6f5c7591-9bef-e6ab-6508-2b44dcf0c401}">
          <p14:sldIdLst>
            <p14:sldId id="258"/>
          </p14:sldIdLst>
        </p14:section>
        <p14:section name="LedWave" id="{2e0c23f4-024a-1181-6ee2-c2aad55e42b3}">
          <p14:sldIdLst>
            <p14:sldId id="259"/>
            <p14:sldId id="260"/>
            <p14:sldId id="261"/>
            <p14:sldId id="262"/>
            <p14:sldId id="263"/>
          </p14:sldIdLst>
        </p14:section>
        <p14:section name="Por que digitalizar" id="{036a9780-ce64-66cc-0af9-b7631a524eac}">
          <p14:sldIdLst>
            <p14:sldId id="264"/>
            <p14:sldId id="265"/>
          </p14:sldIdLst>
        </p14:section>
        <p14:section name="Ganhos e solução" id="{3e791343-2337-8a43-7ccd-b6328188bd96}">
          <p14:sldIdLst>
            <p14:sldId id="266"/>
            <p14:sldId id="267"/>
            <p14:sldId id="268"/>
          </p14:sldIdLst>
        </p14:section>
        <p14:section name="Próximo passo" id="{2d9c481b-e829-2725-5e24-d428bb2a62d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Pastor/Padre responsável, Conselho/Diretoria, Ministério de Mídia e Louvor.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"Qual a capacidade do templo e a distância do palco ao último banco? Vocês transmitem online? Usam projetor?"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Qual a capacidade do templo e a distância do palco ao último banco? Vocês transmitem online? Usam projetor?
Problema: Quem está no fundo consegue ler as letras e ver o pregador? A transmissão tem a qualidade que vocês gostariam?
Implicação: Quando as pessoas não enxergam bem, o que acontece com a participação no louvor e na mensagem? E com a audiência online?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Igrejas e Centros Religiosos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[Diferenciais · ~1 min] Não leia os oito. Escolha os 2 ou 3 que respondem ao propósito de compra do cliente (Insumo de trabalho, Experiência, Entretenimento) e conte cada um em uma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Sem case mapeado do segmento: escolha o cliente com o propósito de compra mais parecido.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
Propósitos de compra mais comuns neste nicho: Insumo de trabalho, Experiência, Entretenimento. Confirme qual pesa mais para este cliente e apague os outros.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"A mensagem merece ser vista por todos, do altar ao último banco."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Precisamos aprovar com a comunidade / fazer campanha de arrecadação.
Resposta: Preparamos material para a apresentação ao conselho e à comunidade, com simulação do templo, e opções de parcelamento compatíveis com campanhas.
Objeção (comercial): Forma de pagamento
Resposta: Temos opções: à vista, parcelado, financiamento e locação. Montamos a que cabe no seu fluxo de caixa.
Objeção (comercial): Insegurança técnica
Resposta: Fazemos a visita técnica, mostramos a especificação certa para o seu espaço e você vê uma demonstração antes de decidir.
Objeção (comercial): Aprovação por financeiro
Resposta: Preparo um resumo de uma página com investimento, retorno e prazo, e apresento junto com você para o financeiro.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Se toda a comunidade, presente e online, visse a mensagem com clareza, como isso fortaleceria o ministério?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743200" cy="939769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cap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914400"/>
            <a:ext cx="3904488" cy="45720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194560" cy="751815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faix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5943600"/>
            <a:ext cx="2322576" cy="54864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14800"/>
            <a:ext cx="69494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1645920" cy="563862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faix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5897880"/>
            <a:ext cx="2514600" cy="59436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272784"/>
            <a:ext cx="960120" cy="32891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91640" y="63276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A7A"/>
                </a:solidFill>
              </a:rPr>
              <a:t>Igrejas e Centros Religiosos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Igrejas e Centros Religiosos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A mensagem merece ser vista por todos, do altar ao último banco.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7360920" y="4160520"/>
            <a:ext cx="1645920" cy="164592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457200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está no último banco da sua igreja vê o culto com a mesma clareza de quem está na primeira fila?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mensagem precisa alcançar todos, do primeiro ao último banco e também quem assiste online. Projetores perdem brilho, letra de louvor não se lê, e a transmissão fica pobre.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Quem não enxerga e não escuta se desconecta. A nova geração está acostumada com telas de alta qualidade e compara.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2F3F7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Por que a LedWave</a:t>
            </a:r>
            <a:endParaRPr lang="en-US" sz="3200" dirty="0"/>
          </a:p>
        </p:txBody>
      </p:sp>
      <p:sp>
        <p:nvSpPr>
          <p:cNvPr id="3" name="Diferencial Solução 360°"/>
          <p:cNvSpPr/>
          <p:nvPr/>
        </p:nvSpPr>
        <p:spPr>
          <a:xfrm>
            <a:off x="548640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Solução 360° círcul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5" name="Solução 360°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034540"/>
            <a:ext cx="320040" cy="320040"/>
          </a:xfrm>
          <a:prstGeom prst="rect">
            <a:avLst/>
          </a:prstGeom>
        </p:spPr>
      </p:pic>
      <p:sp>
        <p:nvSpPr>
          <p:cNvPr id="6" name="Solução 360° título"/>
          <p:cNvSpPr txBox="1"/>
          <p:nvPr/>
        </p:nvSpPr>
        <p:spPr>
          <a:xfrm>
            <a:off x="822960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Solução 360°</a:t>
            </a:r>
            <a:endParaRPr lang="en-US" sz="1600" dirty="0"/>
          </a:p>
        </p:txBody>
      </p:sp>
      <p:sp>
        <p:nvSpPr>
          <p:cNvPr id="7" name="Solução 360° texto"/>
          <p:cNvSpPr txBox="1"/>
          <p:nvPr/>
        </p:nvSpPr>
        <p:spPr>
          <a:xfrm>
            <a:off x="822960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projeto ao conteúdo, um só parceiro</a:t>
            </a:r>
            <a:endParaRPr lang="en-US" sz="1400" dirty="0"/>
          </a:p>
        </p:txBody>
      </p:sp>
      <p:sp>
        <p:nvSpPr>
          <p:cNvPr id="8" name="Diferencial Fábrica própria"/>
          <p:cNvSpPr/>
          <p:nvPr/>
        </p:nvSpPr>
        <p:spPr>
          <a:xfrm>
            <a:off x="3364992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Fábrica própria círculo"/>
          <p:cNvSpPr/>
          <p:nvPr/>
        </p:nvSpPr>
        <p:spPr>
          <a:xfrm>
            <a:off x="3639312" y="187452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10" name="Fábrica própr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034540"/>
            <a:ext cx="320040" cy="320040"/>
          </a:xfrm>
          <a:prstGeom prst="rect">
            <a:avLst/>
          </a:prstGeom>
        </p:spPr>
      </p:pic>
      <p:sp>
        <p:nvSpPr>
          <p:cNvPr id="11" name="Fábrica própria título"/>
          <p:cNvSpPr txBox="1"/>
          <p:nvPr/>
        </p:nvSpPr>
        <p:spPr>
          <a:xfrm>
            <a:off x="3639312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Fábrica própria</a:t>
            </a:r>
            <a:endParaRPr lang="en-US" sz="1600" dirty="0"/>
          </a:p>
        </p:txBody>
      </p:sp>
      <p:sp>
        <p:nvSpPr>
          <p:cNvPr id="12" name="Fábrica própria texto"/>
          <p:cNvSpPr txBox="1"/>
          <p:nvPr/>
        </p:nvSpPr>
        <p:spPr>
          <a:xfrm>
            <a:off x="3639312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no Brasil, em Goiânia</a:t>
            </a:r>
            <a:endParaRPr lang="en-US" sz="1400" dirty="0"/>
          </a:p>
        </p:txBody>
      </p:sp>
      <p:sp>
        <p:nvSpPr>
          <p:cNvPr id="13" name="Diferencial Venda ou locação"/>
          <p:cNvSpPr/>
          <p:nvPr/>
        </p:nvSpPr>
        <p:spPr>
          <a:xfrm>
            <a:off x="6181344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Venda ou locação círculo"/>
          <p:cNvSpPr/>
          <p:nvPr/>
        </p:nvSpPr>
        <p:spPr>
          <a:xfrm>
            <a:off x="6455664" y="187452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5" name="Venda ou locaçã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2034540"/>
            <a:ext cx="320040" cy="320040"/>
          </a:xfrm>
          <a:prstGeom prst="rect">
            <a:avLst/>
          </a:prstGeom>
        </p:spPr>
      </p:pic>
      <p:sp>
        <p:nvSpPr>
          <p:cNvPr id="16" name="Venda ou locação título"/>
          <p:cNvSpPr txBox="1"/>
          <p:nvPr/>
        </p:nvSpPr>
        <p:spPr>
          <a:xfrm>
            <a:off x="6455664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Venda ou locação</a:t>
            </a:r>
            <a:endParaRPr lang="en-US" sz="1600" dirty="0"/>
          </a:p>
        </p:txBody>
      </p:sp>
      <p:sp>
        <p:nvSpPr>
          <p:cNvPr id="17" name="Venda ou locação texto"/>
          <p:cNvSpPr txBox="1"/>
          <p:nvPr/>
        </p:nvSpPr>
        <p:spPr>
          <a:xfrm>
            <a:off x="6455664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modelo comercial que cabe no seu negócio</a:t>
            </a:r>
            <a:endParaRPr lang="en-US" sz="1400" dirty="0"/>
          </a:p>
        </p:txBody>
      </p:sp>
      <p:sp>
        <p:nvSpPr>
          <p:cNvPr id="18" name="Diferencial Estoque próprio"/>
          <p:cNvSpPr/>
          <p:nvPr/>
        </p:nvSpPr>
        <p:spPr>
          <a:xfrm>
            <a:off x="8997696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Estoque próprio círculo"/>
          <p:cNvSpPr/>
          <p:nvPr/>
        </p:nvSpPr>
        <p:spPr>
          <a:xfrm>
            <a:off x="9272016" y="187452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20" name="Estoque própri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036" y="2034540"/>
            <a:ext cx="320040" cy="320040"/>
          </a:xfrm>
          <a:prstGeom prst="rect">
            <a:avLst/>
          </a:prstGeom>
        </p:spPr>
      </p:pic>
      <p:sp>
        <p:nvSpPr>
          <p:cNvPr id="21" name="Estoque próprio título"/>
          <p:cNvSpPr txBox="1"/>
          <p:nvPr/>
        </p:nvSpPr>
        <p:spPr>
          <a:xfrm>
            <a:off x="9272016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Estoque próprio</a:t>
            </a:r>
            <a:endParaRPr lang="en-US" sz="1600" dirty="0"/>
          </a:p>
        </p:txBody>
      </p:sp>
      <p:sp>
        <p:nvSpPr>
          <p:cNvPr id="22" name="Estoque próprio texto"/>
          <p:cNvSpPr txBox="1"/>
          <p:nvPr/>
        </p:nvSpPr>
        <p:spPr>
          <a:xfrm>
            <a:off x="9272016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espera entre a assinatura e a tela acesa</a:t>
            </a:r>
            <a:endParaRPr lang="en-US" sz="1400" dirty="0"/>
          </a:p>
        </p:txBody>
      </p:sp>
      <p:sp>
        <p:nvSpPr>
          <p:cNvPr id="23" name="Diferencial Atendimento nacional"/>
          <p:cNvSpPr/>
          <p:nvPr/>
        </p:nvSpPr>
        <p:spPr>
          <a:xfrm>
            <a:off x="548640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4" name="Atendimento nacional círculo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5" name="Atendimento nacional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26" name="Atendimento nacional título"/>
          <p:cNvSpPr txBox="1"/>
          <p:nvPr/>
        </p:nvSpPr>
        <p:spPr>
          <a:xfrm>
            <a:off x="822960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Atendimento nacional</a:t>
            </a:r>
            <a:endParaRPr lang="en-US" sz="1600" dirty="0"/>
          </a:p>
        </p:txBody>
      </p:sp>
      <p:sp>
        <p:nvSpPr>
          <p:cNvPr id="27" name="Atendimento nacional texto"/>
          <p:cNvSpPr txBox="1"/>
          <p:nvPr/>
        </p:nvSpPr>
        <p:spPr>
          <a:xfrm>
            <a:off x="822960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Goiânia, São Paulo, Brasília e Orlando (EUA)</a:t>
            </a:r>
            <a:endParaRPr lang="en-US" sz="1400" dirty="0"/>
          </a:p>
        </p:txBody>
      </p:sp>
      <p:sp>
        <p:nvSpPr>
          <p:cNvPr id="28" name="Diferencial Sob medida"/>
          <p:cNvSpPr/>
          <p:nvPr/>
        </p:nvSpPr>
        <p:spPr>
          <a:xfrm>
            <a:off x="3364992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9" name="Sob medida círculo"/>
          <p:cNvSpPr/>
          <p:nvPr/>
        </p:nvSpPr>
        <p:spPr>
          <a:xfrm>
            <a:off x="3639312" y="41148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30" name="Sob medida í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9332" y="4274820"/>
            <a:ext cx="320040" cy="320040"/>
          </a:xfrm>
          <a:prstGeom prst="rect">
            <a:avLst/>
          </a:prstGeom>
        </p:spPr>
      </p:pic>
      <p:sp>
        <p:nvSpPr>
          <p:cNvPr id="31" name="Sob medida título"/>
          <p:cNvSpPr txBox="1"/>
          <p:nvPr/>
        </p:nvSpPr>
        <p:spPr>
          <a:xfrm>
            <a:off x="3639312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Sob medida</a:t>
            </a:r>
            <a:endParaRPr lang="en-US" sz="1600" dirty="0"/>
          </a:p>
        </p:txBody>
      </p:sp>
      <p:sp>
        <p:nvSpPr>
          <p:cNvPr id="32" name="Sob medida texto"/>
          <p:cNvSpPr txBox="1"/>
          <p:nvPr/>
        </p:nvSpPr>
        <p:spPr>
          <a:xfrm>
            <a:off x="3639312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Formato e resolução para o seu espaço</a:t>
            </a:r>
            <a:endParaRPr lang="en-US" sz="1400" dirty="0"/>
          </a:p>
        </p:txBody>
      </p:sp>
      <p:sp>
        <p:nvSpPr>
          <p:cNvPr id="33" name="Diferencial Software de gestão"/>
          <p:cNvSpPr/>
          <p:nvPr/>
        </p:nvSpPr>
        <p:spPr>
          <a:xfrm>
            <a:off x="6181344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4" name="Software de gestão círculo"/>
          <p:cNvSpPr/>
          <p:nvPr/>
        </p:nvSpPr>
        <p:spPr>
          <a:xfrm>
            <a:off x="6455664" y="411480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35" name="Software d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5684" y="4274820"/>
            <a:ext cx="320040" cy="320040"/>
          </a:xfrm>
          <a:prstGeom prst="rect">
            <a:avLst/>
          </a:prstGeom>
        </p:spPr>
      </p:pic>
      <p:sp>
        <p:nvSpPr>
          <p:cNvPr id="36" name="Software de gestão título"/>
          <p:cNvSpPr txBox="1"/>
          <p:nvPr/>
        </p:nvSpPr>
        <p:spPr>
          <a:xfrm>
            <a:off x="6455664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Software de gestão</a:t>
            </a:r>
            <a:endParaRPr lang="en-US" sz="1600" dirty="0"/>
          </a:p>
        </p:txBody>
      </p:sp>
      <p:sp>
        <p:nvSpPr>
          <p:cNvPr id="37" name="Software de gestão texto"/>
          <p:cNvSpPr txBox="1"/>
          <p:nvPr/>
        </p:nvSpPr>
        <p:spPr>
          <a:xfrm>
            <a:off x="6455664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Conteúdo e venda programática de mídia</a:t>
            </a:r>
            <a:endParaRPr lang="en-US" sz="1400" dirty="0"/>
          </a:p>
        </p:txBody>
      </p:sp>
      <p:sp>
        <p:nvSpPr>
          <p:cNvPr id="38" name="Diferencial Garantia e suporte"/>
          <p:cNvSpPr/>
          <p:nvPr/>
        </p:nvSpPr>
        <p:spPr>
          <a:xfrm>
            <a:off x="8997696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9" name="Garantia e suporte círculo"/>
          <p:cNvSpPr/>
          <p:nvPr/>
        </p:nvSpPr>
        <p:spPr>
          <a:xfrm>
            <a:off x="9272016" y="41148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40" name="Garantia e suporte í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2036" y="4274820"/>
            <a:ext cx="320040" cy="320040"/>
          </a:xfrm>
          <a:prstGeom prst="rect">
            <a:avLst/>
          </a:prstGeom>
        </p:spPr>
      </p:pic>
      <p:sp>
        <p:nvSpPr>
          <p:cNvPr id="41" name="Garantia e suporte título"/>
          <p:cNvSpPr txBox="1"/>
          <p:nvPr/>
        </p:nvSpPr>
        <p:spPr>
          <a:xfrm>
            <a:off x="9272016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Garantia e suporte</a:t>
            </a:r>
            <a:endParaRPr lang="en-US" sz="1600" dirty="0"/>
          </a:p>
        </p:txBody>
      </p:sp>
      <p:sp>
        <p:nvSpPr>
          <p:cNvPr id="42" name="Garantia e suporte texto"/>
          <p:cNvSpPr txBox="1"/>
          <p:nvPr/>
        </p:nvSpPr>
        <p:spPr>
          <a:xfrm>
            <a:off x="9272016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Equipe técnica própria para a tela não apagar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Nordestão"/>
          <p:cNvSpPr/>
          <p:nvPr/>
        </p:nvSpPr>
        <p:spPr>
          <a:xfrm>
            <a:off x="54864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Nordestão</a:t>
            </a:r>
            <a:endParaRPr lang="en-US" sz="2200" dirty="0"/>
          </a:p>
        </p:txBody>
      </p:sp>
      <p:sp>
        <p:nvSpPr>
          <p:cNvPr id="5" name="Marca Rosewood"/>
          <p:cNvSpPr/>
          <p:nvPr/>
        </p:nvSpPr>
        <p:spPr>
          <a:xfrm>
            <a:off x="429768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Rosewood</a:t>
            </a:r>
            <a:endParaRPr lang="en-US" sz="2200" dirty="0"/>
          </a:p>
        </p:txBody>
      </p:sp>
      <p:sp>
        <p:nvSpPr>
          <p:cNvPr id="7" name="Marca Beto Carrero World"/>
          <p:cNvSpPr/>
          <p:nvPr/>
        </p:nvSpPr>
        <p:spPr>
          <a:xfrm>
            <a:off x="804672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Beto Carrero World</a:t>
            </a:r>
            <a:endParaRPr lang="en-US" sz="2200" dirty="0"/>
          </a:p>
        </p:txBody>
      </p:sp>
      <p:sp>
        <p:nvSpPr>
          <p:cNvPr id="9" name="Marca Museu do Amanhã"/>
          <p:cNvSpPr/>
          <p:nvPr/>
        </p:nvSpPr>
        <p:spPr>
          <a:xfrm>
            <a:off x="54864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Marca nome 4"/>
          <p:cNvSpPr txBox="1"/>
          <p:nvPr/>
        </p:nvSpPr>
        <p:spPr>
          <a:xfrm>
            <a:off x="54864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Museu do Amanhã</a:t>
            </a:r>
            <a:endParaRPr lang="en-US" sz="2200" dirty="0"/>
          </a:p>
        </p:txBody>
      </p:sp>
      <p:sp>
        <p:nvSpPr>
          <p:cNvPr id="11" name="Marca Animalia"/>
          <p:cNvSpPr/>
          <p:nvPr/>
        </p:nvSpPr>
        <p:spPr>
          <a:xfrm>
            <a:off x="429768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2" name="Marca nome 5"/>
          <p:cNvSpPr txBox="1"/>
          <p:nvPr/>
        </p:nvSpPr>
        <p:spPr>
          <a:xfrm>
            <a:off x="429768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Animalia</a:t>
            </a:r>
            <a:endParaRPr lang="en-US" sz="2200" dirty="0"/>
          </a:p>
        </p:txBody>
      </p:sp>
      <p:sp>
        <p:nvSpPr>
          <p:cNvPr id="13" name="Marca Volkswagen"/>
          <p:cNvSpPr/>
          <p:nvPr/>
        </p:nvSpPr>
        <p:spPr>
          <a:xfrm>
            <a:off x="804672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Marca nome 6"/>
          <p:cNvSpPr txBox="1"/>
          <p:nvPr/>
        </p:nvSpPr>
        <p:spPr>
          <a:xfrm>
            <a:off x="804672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Volkswagen</a:t>
            </a:r>
            <a:endParaRPr lang="en-US" sz="2200" dirty="0"/>
          </a:p>
        </p:txBody>
      </p:sp>
      <p:sp>
        <p:nvSpPr>
          <p:cNvPr id="15" name="Ranking Exame círculo"/>
          <p:cNvSpPr/>
          <p:nvPr/>
        </p:nvSpPr>
        <p:spPr>
          <a:xfrm>
            <a:off x="54864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6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4263390"/>
            <a:ext cx="388620" cy="388620"/>
          </a:xfrm>
          <a:prstGeom prst="rect">
            <a:avLst/>
          </a:prstGeom>
        </p:spPr>
      </p:pic>
      <p:sp>
        <p:nvSpPr>
          <p:cNvPr id="17" name="Ranking Exame título"/>
          <p:cNvSpPr txBox="1"/>
          <p:nvPr/>
        </p:nvSpPr>
        <p:spPr>
          <a:xfrm>
            <a:off x="150876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8" name="Ranking Exame texto"/>
          <p:cNvSpPr txBox="1"/>
          <p:nvPr/>
        </p:nvSpPr>
        <p:spPr>
          <a:xfrm>
            <a:off x="150876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9" name="ABF Expo círculo"/>
          <p:cNvSpPr/>
          <p:nvPr/>
        </p:nvSpPr>
        <p:spPr>
          <a:xfrm>
            <a:off x="429768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0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4263390"/>
            <a:ext cx="388620" cy="388620"/>
          </a:xfrm>
          <a:prstGeom prst="rect">
            <a:avLst/>
          </a:prstGeom>
        </p:spPr>
      </p:pic>
      <p:sp>
        <p:nvSpPr>
          <p:cNvPr id="21" name="ABF Expo título"/>
          <p:cNvSpPr txBox="1"/>
          <p:nvPr/>
        </p:nvSpPr>
        <p:spPr>
          <a:xfrm>
            <a:off x="525780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22" name="ABF Expo texto"/>
          <p:cNvSpPr txBox="1"/>
          <p:nvPr/>
        </p:nvSpPr>
        <p:spPr>
          <a:xfrm>
            <a:off x="525780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23" name="NRF 2026, Nova York círculo"/>
          <p:cNvSpPr/>
          <p:nvPr/>
        </p:nvSpPr>
        <p:spPr>
          <a:xfrm>
            <a:off x="804672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4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4263390"/>
            <a:ext cx="388620" cy="388620"/>
          </a:xfrm>
          <a:prstGeom prst="rect">
            <a:avLst/>
          </a:prstGeom>
        </p:spPr>
      </p:pic>
      <p:sp>
        <p:nvSpPr>
          <p:cNvPr id="25" name="NRF 2026, Nova York título"/>
          <p:cNvSpPr txBox="1"/>
          <p:nvPr/>
        </p:nvSpPr>
        <p:spPr>
          <a:xfrm>
            <a:off x="900684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6" name="NRF 2026, Nova York texto"/>
          <p:cNvSpPr txBox="1"/>
          <p:nvPr/>
        </p:nvSpPr>
        <p:spPr>
          <a:xfrm>
            <a:off x="900684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7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7A7A7A"/>
                </a:solidFill>
              </a:rPr>
              <a:t>Troque os nomes pelos logos oficiais dos clientes antes de enviar o arquivo.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Levar a mensagem com clareza a cada pessoa, presente ou online, e criar um ambiente de acolhimento e celebração.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  <p:sp>
        <p:nvSpPr>
          <p:cNvPr id="6" name="Propósito de compra 1"/>
          <p:cNvSpPr/>
          <p:nvPr/>
        </p:nvSpPr>
        <p:spPr>
          <a:xfrm>
            <a:off x="82296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7" name="Propósito de compra texto 1"/>
          <p:cNvSpPr txBox="1"/>
          <p:nvPr/>
        </p:nvSpPr>
        <p:spPr>
          <a:xfrm>
            <a:off x="82296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Insumo de trabalho</a:t>
            </a:r>
            <a:endParaRPr lang="en-US" sz="1400" dirty="0"/>
          </a:p>
        </p:txBody>
      </p:sp>
      <p:sp>
        <p:nvSpPr>
          <p:cNvPr id="8" name="Propósito de compra 2"/>
          <p:cNvSpPr/>
          <p:nvPr/>
        </p:nvSpPr>
        <p:spPr>
          <a:xfrm>
            <a:off x="347472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9" name="Propósito de compra texto 2"/>
          <p:cNvSpPr txBox="1"/>
          <p:nvPr/>
        </p:nvSpPr>
        <p:spPr>
          <a:xfrm>
            <a:off x="347472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Experiência</a:t>
            </a:r>
            <a:endParaRPr lang="en-US" sz="1400" dirty="0"/>
          </a:p>
        </p:txBody>
      </p:sp>
      <p:sp>
        <p:nvSpPr>
          <p:cNvPr id="10" name="Propósito de compra 3"/>
          <p:cNvSpPr/>
          <p:nvPr/>
        </p:nvSpPr>
        <p:spPr>
          <a:xfrm>
            <a:off x="612648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11" name="Propósito de compra texto 3"/>
          <p:cNvSpPr txBox="1"/>
          <p:nvPr/>
        </p:nvSpPr>
        <p:spPr>
          <a:xfrm>
            <a:off x="612648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Entretenimento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 mesmo culto com projetor (imagem lavada, luz acesa atrapalhando) e com painel de LED (letra nítida, imagem do pregador ampliada, transmissão bonita). A mensagem é a mesma; o alcance muda.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A mensagem merece ser vista por todos, do altar ao último banco.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658DFF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Mais engajamento e permanência dos membros, eventos e conferências que atraem visitantes, transmissão de melhor qualidade que amplia o alcance.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8A5CF6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Louvor com letras legíveis, imagem ampliada do pregador, cenografia para datas especiais (Páscoa, Natal, conferências).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Não depende de escurecer o templo, sem troca de lâmpadas de projetor, vida útil longa, suporte técnico.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Painel de LED de palco (indoor, pixel pitch conforme distância)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Painéis laterais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Telão para eventos (locação)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Fachada para comunicação com a comunidade</a:t>
            </a:r>
            <a:endParaRPr lang="en-US" sz="1500" dirty="0"/>
          </a:p>
        </p:txBody>
      </p:sp>
      <p:sp>
        <p:nvSpPr>
          <p:cNvPr id="16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7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8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Legibilidade/visibilidade em todos os assentos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Audiência online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Participação em eventos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658DFF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A mensagem merece ser vista por todos, do altar ao último banco.</a:t>
            </a:r>
            <a:endParaRPr lang="en-US" sz="3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411480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Vamos levar a sua mensagem com a clareza que ela merece?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Visita técnica ao templo para medir distâncias e simular o painel ideal.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3D3D3D"/>
      </a:dk1>
      <a:lt1>
        <a:srgbClr val="FFFFFF"/>
      </a:lt1>
      <a:dk2>
        <a:srgbClr val="5F5F5F"/>
      </a:dk2>
      <a:lt2>
        <a:srgbClr val="F2F3F7"/>
      </a:lt2>
      <a:accent1>
        <a:srgbClr val="E011FF"/>
      </a:accent1>
      <a:accent2>
        <a:srgbClr val="12D9FF"/>
      </a:accent2>
      <a:accent3>
        <a:srgbClr val="658DFF"/>
      </a:accent3>
      <a:accent4>
        <a:srgbClr val="8A5CF6"/>
      </a:accent4>
      <a:accent5>
        <a:srgbClr val="3EB1FE"/>
      </a:accent5>
      <a:accent6>
        <a:srgbClr val="7A7A7A"/>
      </a:accent6>
      <a:hlink>
        <a:srgbClr val="658DFF"/>
      </a:hlink>
      <a:folHlink>
        <a:srgbClr val="8A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Igrejas e Centros Religiosos</dc:title>
  <dc:subject>PptxGenJS Presentation</dc:subject>
  <dc:creator>LedWave</dc:creator>
  <cp:lastModifiedBy>LedWave</cp:lastModifiedBy>
  <cp:revision>1</cp:revision>
  <dcterms:created xsi:type="dcterms:W3CDTF">2026-10-19T18:43:13Z</dcterms:created>
  <dcterms:modified xsi:type="dcterms:W3CDTF">2026-10-19T18:43:13Z</dcterms:modified>
</cp:coreProperties>
</file>