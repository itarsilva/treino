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dfacf4a-f18b-2de9-4561-d5c9d1283ab6}">
          <p14:sldIdLst>
            <p14:sldId id="256"/>
            <p14:sldId id="257"/>
          </p14:sldIdLst>
        </p14:section>
        <p14:section name="O seu cenário" id="{f4ed6ed5-a0ef-3390-98da-793eb7366bbc}">
          <p14:sldIdLst>
            <p14:sldId id="258"/>
          </p14:sldIdLst>
        </p14:section>
        <p14:section name="LedWave" id="{4fd0bb21-c5c5-77bb-c3bc-acf8cd800fee}">
          <p14:sldIdLst>
            <p14:sldId id="259"/>
            <p14:sldId id="260"/>
            <p14:sldId id="261"/>
            <p14:sldId id="262"/>
          </p14:sldIdLst>
        </p14:section>
        <p14:section name="Por que digitalizar" id="{c0f9d900-6d48-2e13-0aee-0cd3df8dc5ec}">
          <p14:sldIdLst>
            <p14:sldId id="263"/>
            <p14:sldId id="264"/>
          </p14:sldIdLst>
        </p14:section>
        <p14:section name="Ganhos e solução" id="{682795c5-7bf9-7b37-c266-8ef50117a72b}">
          <p14:sldIdLst>
            <p14:sldId id="265"/>
            <p14:sldId id="266"/>
            <p14:sldId id="267"/>
          </p14:sldIdLst>
        </p14:section>
        <p14:section name="Próximo passo" id="{c09ab025-62bd-8949-d07a-831e6b6fcc5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Mantenedor, Diretor Geral, Diretor de Marketing/Captação, Coordenador de 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"Quantos alunos e unidades, quantas visitas de captação por ano, existe auditório?"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Quantos alunos e unidades, quantas visitas de captação por ano, existe auditório?
Problema: Qual a conversão de visita em matrícula? A infraestrutura é citada pelos pais como critério?
Implicação: Quanto vale cada matrícula perdida ao longo dos anos de curso? Quanto gastam em locação para formaturas e eventos?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Educação (Escolas, Faculdades e Universidades)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 houver cliente do mesmo segmento, troque um dos nomes por ele e conte o resultado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"Escola que mostra o futuro forma para o futuro."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Orçamento de escola é apertado.
Resposta: Por isso olhamos para o retorno: uma matrícula a mais por turma já paga parte do investimento, e o auditório pode gerar receita com locação.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o auditório e o pátio mostrassem inovação na visita dos pais, como ficaria a captação?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Educação (Escolas, Faculdades e Universidades)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Educação (Escolas, Faculdades e Universidades)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Escola que mostra o futuro forma para o futuro.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Na visita de um pai à sua escola, o que mostra a ele que o filho vai estudar no futuro e não no passado?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Concorrência forte na captação de alunos, pais que comparam infraestrutura e comunicação com alunos que não chega.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família escolhe a escola em uma visita. Infraestrutura que parece antiga perde matrícula.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Volkswagen"/>
          <p:cNvSpPr/>
          <p:nvPr/>
        </p:nvSpPr>
        <p:spPr>
          <a:xfrm>
            <a:off x="54864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Volkswagen</a:t>
            </a:r>
            <a:endParaRPr lang="en-US" sz="2800" dirty="0"/>
          </a:p>
        </p:txBody>
      </p:sp>
      <p:sp>
        <p:nvSpPr>
          <p:cNvPr id="5" name="Marca Globo"/>
          <p:cNvSpPr/>
          <p:nvPr/>
        </p:nvSpPr>
        <p:spPr>
          <a:xfrm>
            <a:off x="429768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Globo</a:t>
            </a:r>
            <a:endParaRPr lang="en-US" sz="2800" dirty="0"/>
          </a:p>
        </p:txBody>
      </p:sp>
      <p:sp>
        <p:nvSpPr>
          <p:cNvPr id="7" name="Marca Riachuelo"/>
          <p:cNvSpPr/>
          <p:nvPr/>
        </p:nvSpPr>
        <p:spPr>
          <a:xfrm>
            <a:off x="804672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Riachuelo</a:t>
            </a:r>
            <a:endParaRPr lang="en-US" sz="2800" dirty="0"/>
          </a:p>
        </p:txBody>
      </p:sp>
      <p:sp>
        <p:nvSpPr>
          <p:cNvPr id="9" name="Ranking Exame círculo"/>
          <p:cNvSpPr/>
          <p:nvPr/>
        </p:nvSpPr>
        <p:spPr>
          <a:xfrm>
            <a:off x="54864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3943350"/>
            <a:ext cx="388620" cy="388620"/>
          </a:xfrm>
          <a:prstGeom prst="rect">
            <a:avLst/>
          </a:prstGeom>
        </p:spPr>
      </p:pic>
      <p:sp>
        <p:nvSpPr>
          <p:cNvPr id="11" name="Ranking Exame título"/>
          <p:cNvSpPr txBox="1"/>
          <p:nvPr/>
        </p:nvSpPr>
        <p:spPr>
          <a:xfrm>
            <a:off x="150876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2" name="Ranking Exame texto"/>
          <p:cNvSpPr txBox="1"/>
          <p:nvPr/>
        </p:nvSpPr>
        <p:spPr>
          <a:xfrm>
            <a:off x="150876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3" name="ABF Expo círculo"/>
          <p:cNvSpPr/>
          <p:nvPr/>
        </p:nvSpPr>
        <p:spPr>
          <a:xfrm>
            <a:off x="429768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4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3943350"/>
            <a:ext cx="388620" cy="388620"/>
          </a:xfrm>
          <a:prstGeom prst="rect">
            <a:avLst/>
          </a:prstGeom>
        </p:spPr>
      </p:pic>
      <p:sp>
        <p:nvSpPr>
          <p:cNvPr id="15" name="ABF Expo título"/>
          <p:cNvSpPr txBox="1"/>
          <p:nvPr/>
        </p:nvSpPr>
        <p:spPr>
          <a:xfrm>
            <a:off x="525780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16" name="ABF Expo texto"/>
          <p:cNvSpPr txBox="1"/>
          <p:nvPr/>
        </p:nvSpPr>
        <p:spPr>
          <a:xfrm>
            <a:off x="525780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17" name="NRF 2026, Nova York círculo"/>
          <p:cNvSpPr/>
          <p:nvPr/>
        </p:nvSpPr>
        <p:spPr>
          <a:xfrm>
            <a:off x="804672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8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3943350"/>
            <a:ext cx="388620" cy="388620"/>
          </a:xfrm>
          <a:prstGeom prst="rect">
            <a:avLst/>
          </a:prstGeom>
        </p:spPr>
      </p:pic>
      <p:sp>
        <p:nvSpPr>
          <p:cNvPr id="19" name="NRF 2026, Nova York título"/>
          <p:cNvSpPr txBox="1"/>
          <p:nvPr/>
        </p:nvSpPr>
        <p:spPr>
          <a:xfrm>
            <a:off x="900684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0" name="NRF 2026, Nova York texto"/>
          <p:cNvSpPr txBox="1"/>
          <p:nvPr/>
        </p:nvSpPr>
        <p:spPr>
          <a:xfrm>
            <a:off x="900684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1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Substitua ou complete com logos de clientes do segmento Educação (Escolas, Faculdades e Universidades).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Mostrar na prática que a instituição prepara para o futuro e informa a comunidade escolar com eficiência.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Auditório com painel de LED: formatura, feira de ciências, palestra e transmissão para a família que mora em outra cidade. Um investimento, dezenas de momentos que a família não esquece.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Escola que mostra o futuro forma para o futuro.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Captação e retenção de alunos, eventos e formaturas com estrutura própria, locação do auditório para terceiros.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Ambiente moderno, ensino com conteúdo visual de impacto, eventos memoráveis.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Comunicação de avisos, horários e campanhas em todo o campus; substitui murais.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auditório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LED de fachada e pátio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Totens informativos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para ginásio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Conversão de visitas em matrícula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Uso do auditório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Alcance de comunicados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Escola que mostra o futuro forma para o futuro.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fazer a próxima visita de pais terminar em matrícula?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Visita técnica ao auditório/pátio + simulação de payback por matrícula.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Educação (Escolas, Faculdades e Universidades)</dc:title>
  <dc:subject>PptxGenJS Presentation</dc:subject>
  <dc:creator>LedWave</dc:creator>
  <cp:lastModifiedBy>LedWave</cp:lastModifiedBy>
  <cp:revision>1</cp:revision>
  <dcterms:created xsi:type="dcterms:W3CDTF">2026-10-19T15:30:33Z</dcterms:created>
  <dcterms:modified xsi:type="dcterms:W3CDTF">2026-10-19T15:30:33Z</dcterms:modified>
</cp:coreProperties>
</file>