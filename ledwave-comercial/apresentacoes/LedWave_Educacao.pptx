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3bcd21c-6ee3-05a4-88ad-34eaafc4fc54}">
          <p14:sldIdLst>
            <p14:sldId id="256"/>
            <p14:sldId id="257"/>
          </p14:sldIdLst>
        </p14:section>
        <p14:section name="O seu cenário" id="{4f09c7da-27e4-8055-7c25-e6b85b37072a}">
          <p14:sldIdLst>
            <p14:sldId id="258"/>
          </p14:sldIdLst>
        </p14:section>
        <p14:section name="LedWave" id="{605ce67b-a7a6-e397-8ddf-457bf4e8cf06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92a252bf-ffcf-1e28-6359-60068b9bcbe8}">
          <p14:sldIdLst>
            <p14:sldId id="264"/>
            <p14:sldId id="265"/>
          </p14:sldIdLst>
        </p14:section>
        <p14:section name="Ganhos e solução" id="{d304c6de-8835-c632-7259-c5f5a04eb33d}">
          <p14:sldIdLst>
            <p14:sldId id="266"/>
            <p14:sldId id="267"/>
            <p14:sldId id="268"/>
          </p14:sldIdLst>
        </p14:section>
        <p14:section name="Próximo passo" id="{4d192abd-6f27-d036-4af2-f4b4cbe2c40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Mantenedor, Diretor Geral, Diretor de Marketing/Captação, Coordenador de 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alunos e unidades, quantas visitas de captação por ano, existe auditório?"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alunos e unidades, quantas visitas de captação por ano, existe auditório?
Problema: Qual a conversão de visita em matrícula? A infraestrutura é citada pelos pais como critério?
Implicação: Quanto vale cada matrícula perdida ao longo dos anos de curso? Quanto gastam em locação para formaturas e eventos?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Educação (Escolas, Faculdades e Universidades)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(Insumo de trabalho, Experiência, Status)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Cases do segmento (em destaque): Museu do Amanhã. Conte o de maior afinidade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Insumo de trabalho, Experiência, Status.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"Escola que mostra o futuro forma para o futuro."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Orçamento de escola é apertado.
Resposta: Por isso olhamos para o retorno: uma matrícula a mais por turma já paga parte do investimento, e o auditório pode gerar receita com locação.
Objeção (comercial): Momento financeiro
Resposta: Podemos começar por um piloto ou pela locação, que vira despesa mensal em vez de investimento, e crescer por fases.
Objeção (comercial): Forma de pagamento
Resposta: Temos opções: à vista, parcelado, financiamento e locação. Montamos a que cabe no seu fluxo de caixa.
Objeção (comercial): Fobia digital
Resposta: Atualizar a tela é tão simples quanto postar no Instagram. Treinamos a sua equipe, e a LedWave pode cuidar do conteúdo para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auditório e o pátio mostrassem inovação na visita dos pais, como ficaria a captação?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Educação (Escolas, Faculdades e Universidades)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Educação (Escolas, Faculdades e Universidades)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Escola que mostra o futuro forma para o futuro.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Na visita de um pai à sua escola, o que mostra a ele que o filho vai estudar no futuro e não no passado?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Concorrência forte na captação de alunos, pais que comparam infraestrutura e comunicação com alunos que não chega.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família escolhe a escola em uma visita. Infraestrutura que parece antiga perde matrícula.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Museu do Amanhã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5" name="Marca Nordestão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7" name="Marca Rosewoo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9" name="Marca Beto Carrero World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Mostrar na prática que a instituição prepara para o futuro e informa a comunidade escolar com eficiência.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Insumo de trabalho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Status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Auditório com painel de LED: formatura, feira de ciências, palestra e transmissão para a família que mora em outra cidade. Um investimento, dezenas de momentos que a família não esquece.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Escola que mostra o futuro forma para o futuro.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Captação e retenção de alunos, eventos e formaturas com estrutura própria, locação do auditório para terceiros.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Ambiente moderno, ensino com conteúdo visual de impacto, eventos memoráveis.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Comunicação de avisos, horários e campanhas em todo o campus; substitui murais.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auditório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de fachada e pátio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 informativos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para ginásio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Conversão de visitas em matrícula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Uso do auditório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Alcance de comunicados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Case: Museu do Amanhã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Escola que mostra o futuro forma para o futuro.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Vamos fazer a próxima visita de pais terminar em matrícula?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Visita técnica ao auditório/pátio + simulação de payback por matrícula.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Educação (Escolas, Faculdades e Universidades)</dc:title>
  <dc:subject>PptxGenJS Presentation</dc:subject>
  <dc:creator>LedWave</dc:creator>
  <cp:lastModifiedBy>LedWave</cp:lastModifiedBy>
  <cp:revision>1</cp:revision>
  <dcterms:created xsi:type="dcterms:W3CDTF">2026-10-19T18:43:13Z</dcterms:created>
  <dcterms:modified xsi:type="dcterms:W3CDTF">2026-10-19T18:43:13Z</dcterms:modified>
</cp:coreProperties>
</file>