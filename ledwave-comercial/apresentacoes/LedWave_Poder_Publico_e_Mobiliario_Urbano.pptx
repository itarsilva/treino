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a4be263-2d06-52f0-0a14-1e8981f9b150}">
          <p14:sldIdLst>
            <p14:sldId id="256"/>
            <p14:sldId id="257"/>
          </p14:sldIdLst>
        </p14:section>
        <p14:section name="O seu cenário" id="{7aa6c3e5-3562-d003-f251-d476802a6b05}">
          <p14:sldIdLst>
            <p14:sldId id="258"/>
          </p14:sldIdLst>
        </p14:section>
        <p14:section name="LedWave" id="{f31f4976-6ebe-2e5c-ac47-ab275e76fcd1}">
          <p14:sldIdLst>
            <p14:sldId id="259"/>
            <p14:sldId id="260"/>
            <p14:sldId id="261"/>
            <p14:sldId id="262"/>
          </p14:sldIdLst>
        </p14:section>
        <p14:section name="Por que digitalizar" id="{0eb9a763-46cf-d055-8868-c980f6738fee}">
          <p14:sldIdLst>
            <p14:sldId id="263"/>
            <p14:sldId id="264"/>
          </p14:sldIdLst>
        </p14:section>
        <p14:section name="Ganhos e solução" id="{80b8bdcf-f519-5849-97f4-7eab2c883c83}">
          <p14:sldIdLst>
            <p14:sldId id="265"/>
            <p14:sldId id="266"/>
            <p14:sldId id="267"/>
          </p14:sldIdLst>
        </p14:section>
        <p14:section name="Próximo passo" id="{a28b21cc-2ba8-ef3f-b161-e90c851e5b1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Secretário (Comunicação, Turismo, Mobilidade), Prefeito, Concessionárias de mobiliário urbano.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"Quais canais de comunicação com o cidadão existem? Há concessões ou projetos de cidade inteligente?"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Quais canais de comunicação com o cidadão existem? Há concessões ou projetos de cidade inteligente?
Problema: A informação de emergência chega rápido a quem está na rua? A cidade tem pontos turísticos digitais?
Implicação: Quanto custa uma comunicação lenta em emergências? Quanto a cidade perde em turismo e eventos?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Poder Público e Mobiliário Urbano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"Cidade que informa é cidade que cuida."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Precisa passar por licitação.
Resposta: Temos equipe dedicada a licitações e apoiamos na especificação técnica correta, para que a cidade compre qualidade e não apenas o menor preço.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 modelo em que a mídia custeia o equipamento e a cidade ganha comunicação pública faria sentido?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Poder Público e Mobiliário Urbano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Poder Público e Mobiliário Urbano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Cidade que informa é cidade que cuida.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Em uma emergência na sua cidade, quanto tempo leva para o cidadão na rua receber a informação?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Comunicar com o cidadão de forma rápida (alertas, serviços, eventos) e modernizar a cidade com orçamento limitado.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Comunicação lenta em emergências e cidade que não se valoriza turisticamente.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Poder Público e Mobiliário Urbano.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Uma cidade que informa, acolhe e se orgulha: tecnologia a serviço do cidadão.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Brasília ganhou um ícone: o Boulevard.Live, o maior painel de LED da América Latina. Um painel bem posicionado vira ponto turístico, canal de utilidade pública e mídia.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Cidade que informa é cidade que cuida.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Modelos de concessão/PPP em que a mídia comercial custeia o equipamento e o espaço público.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Valorização turística, eventos públicos, orgulho da cidade.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Comunicação de utilidade pública em tempo real (trânsito, defesa civil, saúde).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Mobiliário urbano digital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utilidade pública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Telões para eventos públicos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turismo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Alcance da comunicação pública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concessão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Eventos realizados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Cidade que informa é cidade que cuida.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desenhar juntos o modelo que moderniza a cidade sem pesar no orçamento?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Reunião técnica para apoiar termo de referência ou estudo de concessão.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Poder Público e Mobiliário Urbano</dc:title>
  <dc:subject>PptxGenJS Presentation</dc:subject>
  <dc:creator>LedWave</dc:creator>
  <cp:lastModifiedBy>LedWave</cp:lastModifiedBy>
  <cp:revision>1</cp:revision>
  <dcterms:created xsi:type="dcterms:W3CDTF">2026-10-19T15:30:34Z</dcterms:created>
  <dcterms:modified xsi:type="dcterms:W3CDTF">2026-10-19T15:30:34Z</dcterms:modified>
</cp:coreProperties>
</file>