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8853130-edd4-e1df-8143-858a1d9790af}">
          <p14:sldIdLst>
            <p14:sldId id="256"/>
            <p14:sldId id="257"/>
          </p14:sldIdLst>
        </p14:section>
        <p14:section name="O seu cenário" id="{c664825f-dac5-7744-a4ec-dcc7e2a57996}">
          <p14:sldIdLst>
            <p14:sldId id="258"/>
          </p14:sldIdLst>
        </p14:section>
        <p14:section name="LedWave" id="{30cde304-617a-58f5-766e-85eda6acc4f8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4b3123c9-b798-7113-ec48-13bd95703591}">
          <p14:sldIdLst>
            <p14:sldId id="264"/>
            <p14:sldId id="265"/>
          </p14:sldIdLst>
        </p14:section>
        <p14:section name="Ganhos e solução" id="{7fbe9954-087a-ffb6-2789-75f86968803a}">
          <p14:sldIdLst>
            <p14:sldId id="266"/>
            <p14:sldId id="267"/>
            <p14:sldId id="268"/>
          </p14:sldIdLst>
        </p14:section>
        <p14:section name="Próximo passo" id="{f9ff3710-541c-07ab-aba0-a99f3ae6660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Secretário (Comunicação, Turismo, Mobilidade), Prefeito, Concessionárias de mobiliário urbano.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"Quais canais de comunicação com o cidadão existem? Há concessões ou projetos de cidade inteligente?"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Quais canais de comunicação com o cidadão existem? Há concessões ou projetos de cidade inteligente?
Problema: A informação de emergência chega rápido a quem está na rua? A cidade tem pontos turísticos digitais?
Implicação: Quanto custa uma comunicação lenta em emergências? Quanto a cidade perde em turismo e eventos?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Poder Público e Mobiliário Urbano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(Mídia, Experiência, Retrofit / arquitetura)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Cases do segmento (em destaque): Museu do Amanhã. Conte o de maior afinidade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Mídia, Experiência, Retrofit / arquitetura.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"Cidade que informa é cidade que cuida."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Precisa passar por licitação.
Resposta: Temos equipe dedicada a licitações e apoiamos na especificação técnica correta, para que a cidade compre qualidade e não apenas o menor preço.
Objeção (comercial): Política local / licenças
Resposta: Apoiamos o licenciamento: projeto técnico, documentação e orientação sobre as regras da sua cidade.
Objeção (comercial): Consumo de energia
Resposta: O LED é eficiente, e o projeto inclui ajuste automático de brilho e programação de horário. Calculamos o consumo real do seu painel na proposta.
Objeção (comercial): SLA
Resposta: O prazo de atendimento fica escrito no contrato. [Preencher prazos oficiais de SLA]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 modelo em que a mídia custeia o equipamento e a cidade ganha comunicação pública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Poder Público e Mobiliário Urbano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Poder Público e Mobiliário Urbano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Cidade que informa é cidade que cuida.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 uma emergência na sua cidade, quanto tempo leva para o cidadão na rua receber a informação?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Comunicar com o cidadão de forma rápida (alertas, serviços, eventos) e modernizar a cidade com orçamento limitado.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Comunicação lenta em emergências e cidade que não se valoriza turisticamente.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Museu do Amanhã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5" name="Marca Nordestão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7" name="Marca Rosewoo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9" name="Marca Beto Carrero World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Uma cidade que informa, acolhe e se orgulha: tecnologia a serviço do cidadão.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Retrofit / arquitetura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Brasília ganhou um ícone: o Boulevard.Live, o maior painel de LED da América Latina. Um painel bem posicionado vira ponto turístico, canal de utilidade pública e mídia.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Cidade que informa é cidade que cuida.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Modelos de concessão/PPP em que a mídia comercial custeia o equipamento e o espaço público.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Valorização turística, eventos públicos, orgulho da cidade.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Comunicação de utilidade pública em tempo real (trânsito, defesa civil, saúde).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Mobiliário urbano digital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utilidade pública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Telões para eventos públicos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turismo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Alcance da comunicação pública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concessão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Eventos realizados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Case: Museu do Amanhã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Cidade que informa é cidade que cuida.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desenhar juntos o modelo que moderniza a cidade sem pesar no orçamento?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Reunião técnica para apoiar termo de referência ou estudo de concessão.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Poder Público e Mobiliário Urbano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