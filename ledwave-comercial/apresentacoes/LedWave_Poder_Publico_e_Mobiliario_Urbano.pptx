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73a0493-292f-800d-0325-52d13381110a}">
          <p14:sldIdLst>
            <p14:sldId id="256"/>
            <p14:sldId id="257"/>
          </p14:sldIdLst>
        </p14:section>
        <p14:section name="O seu cenário" id="{45975024-2e6b-021f-c11f-7db3788bc350}">
          <p14:sldIdLst>
            <p14:sldId id="258"/>
          </p14:sldIdLst>
        </p14:section>
        <p14:section name="LedWave" id="{f3a0a79c-4300-4268-fc92-a7fc45301f02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bd0976ca-13b8-7bbf-b939-b31b47da6873}">
          <p14:sldIdLst>
            <p14:sldId id="264"/>
            <p14:sldId id="265"/>
          </p14:sldIdLst>
        </p14:section>
        <p14:section name="Ganhos e solução" id="{d197145c-daa7-3288-d8a6-ee5030891e95}">
          <p14:sldIdLst>
            <p14:sldId id="266"/>
            <p14:sldId id="267"/>
            <p14:sldId id="268"/>
          </p14:sldIdLst>
        </p14:section>
        <p14:section name="Próximo passo" id="{190edce5-bf1e-61ed-fc81-6d7fe9285fb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Secretário (Comunicação, Turismo, Mobilidade), Prefeito, Concessionárias de mobiliário urbano.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"Quais canais de comunicação com o cidadão existem? Há concessões ou projetos de cidade inteligente?"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Quais canais de comunicação com o cidadão existem? Há concessões ou projetos de cidade inteligente?
Problema: A informação de emergência chega rápido a quem está na rua? A cidade tem pontos turísticos digitais?
Implicação: Quanto custa uma comunicação lenta em emergências? Quanto a cidade perde em turismo e eventos?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Poder Público e Mobiliário Urbano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(Mídia, Experiência, Retrofit / arquitetura)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Cases do segmento (em destaque): Museu do Amanhã. Conte o de maior afinidade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Mídia, Experiência, Retrofit / arquitetura.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"Cidade que informa é cidade que cuida."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Precisa passar por licitação.
Resposta: Temos equipe dedicada a licitações e apoiamos na especificação técnica correta, para que a cidade compre qualidade e não apenas o menor preço.
Objeção (comercial): Política local / licenças
Resposta: Apoiamos o licenciamento: projeto técnico, documentação e orientação sobre as regras da sua cidade.
Objeção (comercial): Consumo de energia
Resposta: O LED é eficiente, e o projeto inclui ajuste automático de brilho e programação de horário. Calculamos o consumo real do seu painel na proposta.
Objeção (comercial): SLA
Resposta: O prazo de atendimento fica escrito no contrato. [Preencher prazos oficiais de SLA]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 modelo em que a mídia custeia o equipamento e a cidade ganha comunicação pública faria sentido?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743200" cy="939769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3904488" cy="4572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194560" cy="751815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5943600"/>
            <a:ext cx="2322576" cy="548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645920" cy="563862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97880"/>
            <a:ext cx="2514600" cy="594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960120" cy="3289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Poder Público e Mobiliário Urbano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Poder Público e Mobiliário Urbano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Cidade que informa é cidade que cuida.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7360920" y="4160520"/>
            <a:ext cx="1645920" cy="164592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 uma emergência na sua cidade, quanto tempo leva para o cidadão na rua receber a informação?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Comunicar com o cidadão de forma rápida (alertas, serviços, eventos) e modernizar a cidade com orçamento limitado.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Comunicação lenta em emergências e cidade que não se valoriza turisticamente.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2F3F7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Museu do Amanhã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5" name="Marca Nordestão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7" name="Marca Rosewoo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9" name="Marca Beto Carrero World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Uma cidade que informa, acolhe e se orgulha: tecnologia a serviço do cidadão.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Mídia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Experiência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Retrofit / arquitetura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Brasília ganhou um ícone: o Boulevard.Live, o maior painel de LED da América Latina. Um painel bem posicionado vira ponto turístico, canal de utilidade pública e mídia.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Cidade que informa é cidade que cuida.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Modelos de concessão/PPP em que a mídia comercial custeia o equipamento e o espaço público.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Valorização turística, eventos públicos, orgulho da cidade.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Comunicação de utilidade pública em tempo real (trânsito, defesa civil, saúde).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Mobiliário urbano digital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de utilidade pública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Telões para eventos públicos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de turismo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Alcance da comunicação pública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de concessão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Eventos realizados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Case: Museu do Amanhã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Cidade que informa é cidade que cuida.</a:t>
            </a:r>
            <a:endParaRPr lang="en-US" sz="3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Vamos desenhar juntos o modelo que moderniza a cidade sem pesar no orçamento?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Reunião técnica para apoiar termo de referência ou estudo de concessão.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3D3D3D"/>
      </a:dk1>
      <a:lt1>
        <a:srgbClr val="FFFFFF"/>
      </a:lt1>
      <a:dk2>
        <a:srgbClr val="5F5F5F"/>
      </a:dk2>
      <a:lt2>
        <a:srgbClr val="F2F3F7"/>
      </a:lt2>
      <a:accent1>
        <a:srgbClr val="E011FF"/>
      </a:accent1>
      <a:accent2>
        <a:srgbClr val="12D9FF"/>
      </a:accent2>
      <a:accent3>
        <a:srgbClr val="658DFF"/>
      </a:accent3>
      <a:accent4>
        <a:srgbClr val="8A5CF6"/>
      </a:accent4>
      <a:accent5>
        <a:srgbClr val="3EB1FE"/>
      </a:accent5>
      <a:accent6>
        <a:srgbClr val="7A7A7A"/>
      </a:accent6>
      <a:hlink>
        <a:srgbClr val="658DFF"/>
      </a:hlink>
      <a:folHlink>
        <a:srgbClr val="8A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Poder Público e Mobiliário Urbano</dc:title>
  <dc:subject>PptxGenJS Presentation</dc:subject>
  <dc:creator>LedWave</dc:creator>
  <cp:lastModifiedBy>LedWave</cp:lastModifiedBy>
  <cp:revision>1</cp:revision>
  <dcterms:created xsi:type="dcterms:W3CDTF">2026-10-19T18:43:13Z</dcterms:created>
  <dcterms:modified xsi:type="dcterms:W3CDTF">2026-10-19T18:43:13Z</dcterms:modified>
</cp:coreProperties>
</file>