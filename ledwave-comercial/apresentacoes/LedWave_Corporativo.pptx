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89649c4-9da2-751a-d258-1932bbad718d}">
          <p14:sldIdLst>
            <p14:sldId id="256"/>
            <p14:sldId id="257"/>
          </p14:sldIdLst>
        </p14:section>
        <p14:section name="O seu cenário" id="{f6a96abd-4bfa-8ab0-d1ba-18b8fde43e3c}">
          <p14:sldIdLst>
            <p14:sldId id="258"/>
          </p14:sldIdLst>
        </p14:section>
        <p14:section name="LedWave" id="{f50c08d7-e23b-1e7e-ee69-bdfc386237d8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cdb23f81-3ae6-78ff-a01f-b6826d66924a}">
          <p14:sldIdLst>
            <p14:sldId id="264"/>
            <p14:sldId id="265"/>
          </p14:sldIdLst>
        </p14:section>
        <p14:section name="Ganhos e solução" id="{2e9a8cfc-1103-a105-b05a-bb23545634d6}">
          <p14:sldIdLst>
            <p14:sldId id="266"/>
            <p14:sldId id="267"/>
            <p14:sldId id="268"/>
          </p14:sldIdLst>
        </p14:section>
        <p14:section name="Próximo passo" id="{0f81d136-bec0-8871-1434-d681cf209ef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Diretor de RH/Comunicação Interna, Facilities, CEO, Marketing institucional.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unidades e colaboradores? Quantos não têm e-mail corporativo? Como é a recepção e o auditório?"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unidades e colaboradores? Quantos não têm e-mail corporativo? Como é a recepção e o auditório?
Problema: A comunicação interna chega a todos? A recepção mostra quem vocês são?
Implicação: O que a falta de informação causa em engajamento, segurança e produtividade? Que impressão o visitante leva?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Corporativo (Comunicação Interna e Recepções)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(Branding, Status, Retrofit / arquitetura)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Branding, Status, Retrofit / arquitetura.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"Cultura que não se vê não se vive."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Não é prioridade no orçamento deste ano.
Resposta: Podemos começar pelo ponto de maior impacto (recepção ou fábrica) e planejar as próximas fases para o orçamento seguinte.
Objeção (comercial): Aprovação por financeiro
Resposta: Preparo um resumo de uma página com investimento, retorno e prazo, e apresento junto com você para o financeiro.
Objeção (comercial): Gestão de conteúdo
Resposta: Você não fica sozinho: entregamos o software, o treinamento e, se quiser, a produção e a programação do conteúdo.
Objeção (comercial): Percepção de valor
Resposta: O valor não está na tela, está no que ela gera: receita de mídia, economia de impressos, fluxo e marca. Vamos colocar esses números lado a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a cultura e os resultados estivessem visíveis em todas as unidades, o que mudaria no clima e na percepção de clientes?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Corporativo (Comunicação Interna e Recepções)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Corporativo (Comunicação Interna e Recepções)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Cultura que não se vê não se vive.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 um investidor entrasse hoje na sua recepção, em quantos segundos ele entenderia quem vocês são?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Comunicação interna que ninguém lê (e-mail, mural, intranet). Recepção e auditório que não refletem o tamanho e a inovação da empresa.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Colaborador desinformado é colaborador desengajado; visitante que entra numa recepção comum não sente a grandeza da empresa.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Fazer a cultura da empresa ser vista e vivida todos os dias, por quem trabalha e por quem visita.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Branding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Status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Retrofit / arquitetura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Fábrica com 2.000 colaboradores: metas de segurança, aniversariantes e resultados no painel do refeitório. A informação chega a quem não tem e-mail corporativo.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Cultura que não se vê não se vive.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Engajamento e produtividade, redução de acidentes com comunicação de segurança, impacto em visitantes e clientes.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Recepção e auditório com padrão de empresa global; eventos internos e convenções com estrutura própria.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centralizada de mensagens para várias unidades; substitui murais e impressos.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recepção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Auditório e sala de convenção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em refeitórios/fábricas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Videowall de comando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Alcance da comunicação interna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Engajamento em pesquisas de clima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Indicadores de segurança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Cultura que não se vê não se vive.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Vamos fazer a sua empresa contar a própria história todos os dias?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Diagnóstico de pontos de comunicação da empresa + proposta em fases.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Corporativo (Comunicação Interna e Recepções)</dc:title>
  <dc:subject>PptxGenJS Presentation</dc:subject>
  <dc:creator>LedWave</dc:creator>
  <cp:lastModifiedBy>LedWave</cp:lastModifiedBy>
  <cp:revision>1</cp:revision>
  <dcterms:created xsi:type="dcterms:W3CDTF">2026-10-19T18:43:13Z</dcterms:created>
  <dcterms:modified xsi:type="dcterms:W3CDTF">2026-10-19T18:43:13Z</dcterms:modified>
</cp:coreProperties>
</file>