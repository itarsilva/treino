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420984a-dc02-7944-d615-2e1940cd6c44}">
          <p14:sldIdLst>
            <p14:sldId id="256"/>
            <p14:sldId id="257"/>
          </p14:sldIdLst>
        </p14:section>
        <p14:section name="O seu cenário" id="{011f3d8b-cb04-6a69-0cd7-781ab9127778}">
          <p14:sldIdLst>
            <p14:sldId id="258"/>
          </p14:sldIdLst>
        </p14:section>
        <p14:section name="LedWave" id="{95f87b57-bd64-9d69-5f44-6aee7862cf26}">
          <p14:sldIdLst>
            <p14:sldId id="259"/>
            <p14:sldId id="260"/>
            <p14:sldId id="261"/>
            <p14:sldId id="262"/>
          </p14:sldIdLst>
        </p14:section>
        <p14:section name="Por que digitalizar" id="{49452b8c-d814-f8b6-3268-47850382e395}">
          <p14:sldIdLst>
            <p14:sldId id="263"/>
            <p14:sldId id="264"/>
          </p14:sldIdLst>
        </p14:section>
        <p14:section name="Ganhos e solução" id="{fc855c38-817f-a65e-a22c-0dd94b420bfc}">
          <p14:sldIdLst>
            <p14:sldId id="265"/>
            <p14:sldId id="266"/>
            <p14:sldId id="267"/>
          </p14:sldIdLst>
        </p14:section>
        <p14:section name="Próximo passo" id="{9f18a90b-5ae8-6e0d-7ef9-92a33c279b3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de RH/Comunicação Interna, Facilities, CEO, Marketing institucional.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unidades e colaboradores? Quantos não têm e-mail corporativo? Como é a recepção e o auditório?"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unidades e colaboradores? Quantos não têm e-mail corporativo? Como é a recepção e o auditório?
Problema: A comunicação interna chega a todos? A recepção mostra quem vocês são?
Implicação: O que a falta de informação causa em engajamento, segurança e produtividade? Que impressão o visitante leva?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Corporativo (Comunicação Interna e Recepções)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"Cultura que não se vê não se vive."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Não é prioridade no orçamento deste ano.
Resposta: Podemos começar pelo ponto de maior impacto (recepção ou fábrica) e planejar as próximas fases para o orçamento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a cultura e os resultados estivessem visíveis em todas as unidades, o que mudaria no clima e na percepção de clientes?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Corporativo (Comunicação Interna e Recepções)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Corporativo (Comunicação Interna e Recepções)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Cultura que não se vê não se vive.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 um investidor entrasse hoje na sua recepção, em quantos segundos ele entenderia quem vocês são?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Comunicação interna que ninguém lê (e-mail, mural, intranet). Recepção e auditório que não refletem o tamanho e a inovação da empresa.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Colaborador desinformado é colaborador desengajado; visitante que entra numa recepção comum não sente a grandeza da empresa.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Corporativo (Comunicação Interna e Recepções).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Fazer a cultura da empresa ser vista e vivida todos os dias, por quem trabalha e por quem visita.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Fábrica com 2.000 colaboradores: metas de segurança, aniversariantes e resultados no painel do refeitório. A informação chega a quem não tem e-mail corporativo.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Cultura que não se vê não se vive.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Engajamento e produtividade, redução de acidentes com comunicação de segurança, impacto em visitantes e clientes.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Recepção e auditório com padrão de empresa global; eventos internos e convenções com estrutura própria.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centralizada de mensagens para várias unidades; substitui murais e impressos.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recepção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Auditório e sala de convenção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em refeitórios/fábricas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Videowall de comando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Alcance da comunicação interna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Engajamento em pesquisas de clima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Indicadores de segurança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Cultura que não se vê não se vive.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fazer a sua empresa contar a própria história todos os dias?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Diagnóstico de pontos de comunicação da empresa + proposta em fases.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Corporativo (Comunicação Interna e Recepções)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